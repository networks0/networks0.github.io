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8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ki taki" initials="tt" lastIdx="1" clrIdx="0">
    <p:extLst>
      <p:ext uri="{19B8F6BF-5375-455C-9EA6-DF929625EA0E}">
        <p15:presenceInfo xmlns:p15="http://schemas.microsoft.com/office/powerpoint/2012/main" userId="3da5a514791943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A7"/>
    <a:srgbClr val="25C6FF"/>
    <a:srgbClr val="137797"/>
    <a:srgbClr val="115688"/>
    <a:srgbClr val="003778"/>
    <a:srgbClr val="FC86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0" y="1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i taki" userId="3da5a51479194352" providerId="LiveId" clId="{7F99E75A-26A3-4476-8E0A-800D483AAA16}"/>
    <pc:docChg chg="undo redo custSel addSld delSld modSld sldOrd">
      <pc:chgData name="taki taki" userId="3da5a51479194352" providerId="LiveId" clId="{7F99E75A-26A3-4476-8E0A-800D483AAA16}" dt="2025-11-25T12:38:50.760" v="2272" actId="1076"/>
      <pc:docMkLst>
        <pc:docMk/>
      </pc:docMkLst>
      <pc:sldChg chg="addSp delSp modSp mod">
        <pc:chgData name="taki taki" userId="3da5a51479194352" providerId="LiveId" clId="{7F99E75A-26A3-4476-8E0A-800D483AAA16}" dt="2025-11-11T23:15:05.231" v="358" actId="1076"/>
        <pc:sldMkLst>
          <pc:docMk/>
          <pc:sldMk cId="4276349381" sldId="259"/>
        </pc:sldMkLst>
      </pc:sldChg>
      <pc:sldChg chg="addSp delSp modSp new mod ord modTransition">
        <pc:chgData name="taki taki" userId="3da5a51479194352" providerId="LiveId" clId="{7F99E75A-26A3-4476-8E0A-800D483AAA16}" dt="2025-11-14T19:41:22.881" v="704" actId="14100"/>
        <pc:sldMkLst>
          <pc:docMk/>
          <pc:sldMk cId="3000020163" sldId="260"/>
        </pc:sldMkLst>
        <pc:graphicFrameChg chg="add mod modGraphic">
          <ac:chgData name="taki taki" userId="3da5a51479194352" providerId="LiveId" clId="{7F99E75A-26A3-4476-8E0A-800D483AAA16}" dt="2025-11-14T19:41:22.881" v="704" actId="14100"/>
          <ac:graphicFrameMkLst>
            <pc:docMk/>
            <pc:sldMk cId="3000020163" sldId="260"/>
            <ac:graphicFrameMk id="4" creationId="{EECCB9C6-8A22-3380-635F-AD1EB366B3B7}"/>
          </ac:graphicFrameMkLst>
        </pc:graphicFrameChg>
      </pc:sldChg>
      <pc:sldChg chg="addSp delSp modSp add mod modTransition delAnim modAnim">
        <pc:chgData name="taki taki" userId="3da5a51479194352" providerId="LiveId" clId="{7F99E75A-26A3-4476-8E0A-800D483AAA16}" dt="2025-11-16T13:26:23.986" v="826" actId="1076"/>
        <pc:sldMkLst>
          <pc:docMk/>
          <pc:sldMk cId="2564702696" sldId="261"/>
        </pc:sldMkLst>
        <pc:spChg chg="add mod ord">
          <ac:chgData name="taki taki" userId="3da5a51479194352" providerId="LiveId" clId="{7F99E75A-26A3-4476-8E0A-800D483AAA16}" dt="2025-11-16T13:25:54.072" v="812"/>
          <ac:spMkLst>
            <pc:docMk/>
            <pc:sldMk cId="2564702696" sldId="261"/>
            <ac:spMk id="2" creationId="{CC1DE4ED-F2A8-88F1-9B76-F57BFA10203D}"/>
          </ac:spMkLst>
        </pc:spChg>
        <pc:spChg chg="add mod">
          <ac:chgData name="taki taki" userId="3da5a51479194352" providerId="LiveId" clId="{7F99E75A-26A3-4476-8E0A-800D483AAA16}" dt="2025-11-16T13:26:23.986" v="826" actId="1076"/>
          <ac:spMkLst>
            <pc:docMk/>
            <pc:sldMk cId="2564702696" sldId="261"/>
            <ac:spMk id="5" creationId="{A8F23A16-216A-938D-0B8A-0E4F597DC1E5}"/>
          </ac:spMkLst>
        </pc:spChg>
        <pc:spChg chg="add mod">
          <ac:chgData name="taki taki" userId="3da5a51479194352" providerId="LiveId" clId="{7F99E75A-26A3-4476-8E0A-800D483AAA16}" dt="2025-11-16T13:25:54.072" v="812"/>
          <ac:spMkLst>
            <pc:docMk/>
            <pc:sldMk cId="2564702696" sldId="261"/>
            <ac:spMk id="6" creationId="{1D54541B-D93C-DC0D-8CFC-EB6945B30BD7}"/>
          </ac:spMkLst>
        </pc:spChg>
        <pc:spChg chg="mod">
          <ac:chgData name="taki taki" userId="3da5a51479194352" providerId="LiveId" clId="{7F99E75A-26A3-4476-8E0A-800D483AAA16}" dt="2025-11-16T13:26:16.894" v="825" actId="1036"/>
          <ac:spMkLst>
            <pc:docMk/>
            <pc:sldMk cId="2564702696" sldId="261"/>
            <ac:spMk id="10" creationId="{454A7772-74F5-78BF-EB5C-7D3604F3686F}"/>
          </ac:spMkLst>
        </pc:spChg>
        <pc:spChg chg="mod">
          <ac:chgData name="taki taki" userId="3da5a51479194352" providerId="LiveId" clId="{7F99E75A-26A3-4476-8E0A-800D483AAA16}" dt="2025-11-16T13:25:54.072" v="812"/>
          <ac:spMkLst>
            <pc:docMk/>
            <pc:sldMk cId="2564702696" sldId="261"/>
            <ac:spMk id="15" creationId="{543327DB-6166-E6F8-861F-54BC10ED8566}"/>
          </ac:spMkLst>
        </pc:spChg>
        <pc:spChg chg="mod">
          <ac:chgData name="taki taki" userId="3da5a51479194352" providerId="LiveId" clId="{7F99E75A-26A3-4476-8E0A-800D483AAA16}" dt="2025-11-16T13:25:54.072" v="812"/>
          <ac:spMkLst>
            <pc:docMk/>
            <pc:sldMk cId="2564702696" sldId="261"/>
            <ac:spMk id="18" creationId="{A0EBDE7F-6A3D-A250-E920-9175BB375372}"/>
          </ac:spMkLst>
        </pc:spChg>
        <pc:spChg chg="mod ord">
          <ac:chgData name="taki taki" userId="3da5a51479194352" providerId="LiveId" clId="{7F99E75A-26A3-4476-8E0A-800D483AAA16}" dt="2025-11-16T13:25:54.072" v="812"/>
          <ac:spMkLst>
            <pc:docMk/>
            <pc:sldMk cId="2564702696" sldId="261"/>
            <ac:spMk id="19" creationId="{CA76E82E-2E4C-9304-681D-6C50BCA8421D}"/>
          </ac:spMkLst>
        </pc:spChg>
        <pc:grpChg chg="add mod">
          <ac:chgData name="taki taki" userId="3da5a51479194352" providerId="LiveId" clId="{7F99E75A-26A3-4476-8E0A-800D483AAA16}" dt="2025-11-16T13:25:54.072" v="812"/>
          <ac:grpSpMkLst>
            <pc:docMk/>
            <pc:sldMk cId="2564702696" sldId="261"/>
            <ac:grpSpMk id="7" creationId="{28F7E4FF-E1F3-E0D0-1EBE-F0A81C612CB0}"/>
          </ac:grpSpMkLst>
        </pc:grpChg>
        <pc:picChg chg="mod">
          <ac:chgData name="taki taki" userId="3da5a51479194352" providerId="LiveId" clId="{7F99E75A-26A3-4476-8E0A-800D483AAA16}" dt="2025-11-16T13:26:16.894" v="825" actId="1036"/>
          <ac:picMkLst>
            <pc:docMk/>
            <pc:sldMk cId="2564702696" sldId="261"/>
            <ac:picMk id="12" creationId="{7C3AC635-931E-622C-A66B-FFC2B0DD3D29}"/>
          </ac:picMkLst>
        </pc:picChg>
        <pc:picChg chg="mod">
          <ac:chgData name="taki taki" userId="3da5a51479194352" providerId="LiveId" clId="{7F99E75A-26A3-4476-8E0A-800D483AAA16}" dt="2025-11-16T13:26:16.894" v="825" actId="1036"/>
          <ac:picMkLst>
            <pc:docMk/>
            <pc:sldMk cId="2564702696" sldId="261"/>
            <ac:picMk id="14" creationId="{2CA8D3FB-58C9-FCEC-2A12-C6952EC1B361}"/>
          </ac:picMkLst>
        </pc:picChg>
        <pc:cxnChg chg="mod">
          <ac:chgData name="taki taki" userId="3da5a51479194352" providerId="LiveId" clId="{7F99E75A-26A3-4476-8E0A-800D483AAA16}" dt="2025-11-16T13:13:42.221" v="806" actId="1038"/>
          <ac:cxnSpMkLst>
            <pc:docMk/>
            <pc:sldMk cId="2564702696" sldId="261"/>
            <ac:cxnSpMk id="4" creationId="{FEBEF511-0A58-4B41-8A0F-8FAB8141DC34}"/>
          </ac:cxnSpMkLst>
        </pc:cxnChg>
      </pc:sldChg>
      <pc:sldChg chg="addSp delSp modSp new mod setBg">
        <pc:chgData name="taki taki" userId="3da5a51479194352" providerId="LiveId" clId="{7F99E75A-26A3-4476-8E0A-800D483AAA16}" dt="2025-11-24T17:39:45.552" v="1279"/>
        <pc:sldMkLst>
          <pc:docMk/>
          <pc:sldMk cId="1804409864" sldId="262"/>
        </pc:sldMkLst>
        <pc:spChg chg="add del mod">
          <ac:chgData name="taki taki" userId="3da5a51479194352" providerId="LiveId" clId="{7F99E75A-26A3-4476-8E0A-800D483AAA16}" dt="2025-11-24T17:31:53.772" v="1054" actId="478"/>
          <ac:spMkLst>
            <pc:docMk/>
            <pc:sldMk cId="1804409864" sldId="262"/>
            <ac:spMk id="2" creationId="{60CD2187-A1C2-A984-005E-78296B4D9746}"/>
          </ac:spMkLst>
        </pc:spChg>
        <pc:spChg chg="add del">
          <ac:chgData name="taki taki" userId="3da5a51479194352" providerId="LiveId" clId="{7F99E75A-26A3-4476-8E0A-800D483AAA16}" dt="2025-11-24T17:29:00.094" v="1043" actId="478"/>
          <ac:spMkLst>
            <pc:docMk/>
            <pc:sldMk cId="1804409864" sldId="262"/>
            <ac:spMk id="3" creationId="{4A022AEC-163C-36F2-8CD0-48DA78FC408B}"/>
          </ac:spMkLst>
        </pc:spChg>
        <pc:spChg chg="add del mod">
          <ac:chgData name="taki taki" userId="3da5a51479194352" providerId="LiveId" clId="{7F99E75A-26A3-4476-8E0A-800D483AAA16}" dt="2025-11-24T17:30:18.075" v="1050" actId="478"/>
          <ac:spMkLst>
            <pc:docMk/>
            <pc:sldMk cId="1804409864" sldId="262"/>
            <ac:spMk id="4" creationId="{2B006BF1-F1F4-A24B-E55B-C7E3BA834D72}"/>
          </ac:spMkLst>
        </pc:spChg>
        <pc:spChg chg="add del mod">
          <ac:chgData name="taki taki" userId="3da5a51479194352" providerId="LiveId" clId="{7F99E75A-26A3-4476-8E0A-800D483AAA16}" dt="2025-11-24T17:39:44.887" v="1278" actId="478"/>
          <ac:spMkLst>
            <pc:docMk/>
            <pc:sldMk cId="1804409864" sldId="262"/>
            <ac:spMk id="5" creationId="{73182DCE-4BA8-29FF-B009-2176A04107A5}"/>
          </ac:spMkLst>
        </pc:spChg>
        <pc:spChg chg="add del mod">
          <ac:chgData name="taki taki" userId="3da5a51479194352" providerId="LiveId" clId="{7F99E75A-26A3-4476-8E0A-800D483AAA16}" dt="2025-11-24T17:39:44.887" v="1278" actId="478"/>
          <ac:spMkLst>
            <pc:docMk/>
            <pc:sldMk cId="1804409864" sldId="262"/>
            <ac:spMk id="6" creationId="{E5B66AE8-2B51-D07E-0146-4C5C37168F46}"/>
          </ac:spMkLst>
        </pc:spChg>
        <pc:spChg chg="add mod">
          <ac:chgData name="taki taki" userId="3da5a51479194352" providerId="LiveId" clId="{7F99E75A-26A3-4476-8E0A-800D483AAA16}" dt="2025-11-24T17:39:45.552" v="1279"/>
          <ac:spMkLst>
            <pc:docMk/>
            <pc:sldMk cId="1804409864" sldId="262"/>
            <ac:spMk id="9" creationId="{708C04AF-6C41-8CF6-EA59-A8BC3B02FAAC}"/>
          </ac:spMkLst>
        </pc:spChg>
        <pc:spChg chg="add del mod ord">
          <ac:chgData name="taki taki" userId="3da5a51479194352" providerId="LiveId" clId="{7F99E75A-26A3-4476-8E0A-800D483AAA16}" dt="2025-11-24T17:27:56.142" v="1035" actId="478"/>
          <ac:spMkLst>
            <pc:docMk/>
            <pc:sldMk cId="1804409864" sldId="262"/>
            <ac:spMk id="23" creationId="{9CF5B91C-009D-0223-A7EC-D49A3631B135}"/>
          </ac:spMkLst>
        </pc:spChg>
        <pc:grpChg chg="add del mod">
          <ac:chgData name="taki taki" userId="3da5a51479194352" providerId="LiveId" clId="{7F99E75A-26A3-4476-8E0A-800D483AAA16}" dt="2025-11-24T17:27:56.142" v="1035" actId="478"/>
          <ac:grpSpMkLst>
            <pc:docMk/>
            <pc:sldMk cId="1804409864" sldId="262"/>
            <ac:grpSpMk id="24" creationId="{8DD4FA36-1EA9-EBA7-6BD0-E9934C4193CE}"/>
          </ac:grpSpMkLst>
        </pc:grpChg>
        <pc:picChg chg="add del mod">
          <ac:chgData name="taki taki" userId="3da5a51479194352" providerId="LiveId" clId="{7F99E75A-26A3-4476-8E0A-800D483AAA16}" dt="2025-11-24T17:39:44.887" v="1278" actId="478"/>
          <ac:picMkLst>
            <pc:docMk/>
            <pc:sldMk cId="1804409864" sldId="262"/>
            <ac:picMk id="8" creationId="{376CCD71-7615-2B71-2AAE-6C8B663BA3E7}"/>
          </ac:picMkLst>
        </pc:picChg>
        <pc:picChg chg="add mod">
          <ac:chgData name="taki taki" userId="3da5a51479194352" providerId="LiveId" clId="{7F99E75A-26A3-4476-8E0A-800D483AAA16}" dt="2025-11-24T17:39:45.552" v="1279"/>
          <ac:picMkLst>
            <pc:docMk/>
            <pc:sldMk cId="1804409864" sldId="262"/>
            <ac:picMk id="10" creationId="{4F36018B-E96A-7E8E-912E-489D5E9A228F}"/>
          </ac:picMkLst>
        </pc:picChg>
      </pc:sldChg>
      <pc:sldChg chg="modSp add del mod">
        <pc:chgData name="taki taki" userId="3da5a51479194352" providerId="LiveId" clId="{7F99E75A-26A3-4476-8E0A-800D483AAA16}" dt="2025-11-14T19:38:27.739" v="682" actId="47"/>
        <pc:sldMkLst>
          <pc:docMk/>
          <pc:sldMk cId="2694748080" sldId="262"/>
        </pc:sldMkLst>
      </pc:sldChg>
      <pc:sldChg chg="addSp delSp modSp add del mod delAnim modAnim">
        <pc:chgData name="taki taki" userId="3da5a51479194352" providerId="LiveId" clId="{7F99E75A-26A3-4476-8E0A-800D483AAA16}" dt="2025-11-12T22:07:48.892" v="606" actId="47"/>
        <pc:sldMkLst>
          <pc:docMk/>
          <pc:sldMk cId="3704599139" sldId="262"/>
        </pc:sldMkLst>
      </pc:sldChg>
      <pc:sldChg chg="addSp delSp modSp add mod">
        <pc:chgData name="taki taki" userId="3da5a51479194352" providerId="LiveId" clId="{7F99E75A-26A3-4476-8E0A-800D483AAA16}" dt="2025-11-24T19:20:17.853" v="2066" actId="14100"/>
        <pc:sldMkLst>
          <pc:docMk/>
          <pc:sldMk cId="610711285" sldId="263"/>
        </pc:sldMkLst>
        <pc:spChg chg="add del mod">
          <ac:chgData name="taki taki" userId="3da5a51479194352" providerId="LiveId" clId="{7F99E75A-26A3-4476-8E0A-800D483AAA16}" dt="2025-11-24T17:45:15.943" v="1474" actId="478"/>
          <ac:spMkLst>
            <pc:docMk/>
            <pc:sldMk cId="610711285" sldId="263"/>
            <ac:spMk id="2" creationId="{5F2B8E97-9BED-F9F6-9CE4-E3CD6B6A0175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4" creationId="{7D8A5F68-4099-879D-AADC-F023A98E7AC4}"/>
          </ac:spMkLst>
        </pc:spChg>
        <pc:spChg chg="del">
          <ac:chgData name="taki taki" userId="3da5a51479194352" providerId="LiveId" clId="{7F99E75A-26A3-4476-8E0A-800D483AAA16}" dt="2025-11-24T17:39:35.308" v="1277" actId="478"/>
          <ac:spMkLst>
            <pc:docMk/>
            <pc:sldMk cId="610711285" sldId="263"/>
            <ac:spMk id="5" creationId="{1A76990E-E73E-AFA2-3021-9CCE1B93D7F4}"/>
          </ac:spMkLst>
        </pc:spChg>
        <pc:spChg chg="del">
          <ac:chgData name="taki taki" userId="3da5a51479194352" providerId="LiveId" clId="{7F99E75A-26A3-4476-8E0A-800D483AAA16}" dt="2025-11-24T17:39:35.308" v="1277" actId="478"/>
          <ac:spMkLst>
            <pc:docMk/>
            <pc:sldMk cId="610711285" sldId="263"/>
            <ac:spMk id="6" creationId="{21497DC4-7253-38ED-D8B2-B73B3B9747C4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7" creationId="{C0E77A49-6C03-8721-F972-847E3373E0A4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9" creationId="{0B67D67F-E801-23DD-3807-C5E00BD31742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10" creationId="{FF399FB4-2C73-F168-0032-48545D4E7D27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11" creationId="{05E8A537-C529-E3DB-805A-32582741EB04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12" creationId="{72957E61-A3E7-6082-0125-0FACACF29076}"/>
          </ac:spMkLst>
        </pc:spChg>
        <pc:spChg chg="mod">
          <ac:chgData name="taki taki" userId="3da5a51479194352" providerId="LiveId" clId="{7F99E75A-26A3-4476-8E0A-800D483AAA16}" dt="2025-11-24T17:40:26.862" v="1284"/>
          <ac:spMkLst>
            <pc:docMk/>
            <pc:sldMk cId="610711285" sldId="263"/>
            <ac:spMk id="13" creationId="{76D80D32-3CDE-D936-5CCC-62ED595BBC38}"/>
          </ac:spMkLst>
        </pc:spChg>
        <pc:spChg chg="add del mod">
          <ac:chgData name="taki taki" userId="3da5a51479194352" providerId="LiveId" clId="{7F99E75A-26A3-4476-8E0A-800D483AAA16}" dt="2025-11-24T17:43:24.520" v="1458" actId="478"/>
          <ac:spMkLst>
            <pc:docMk/>
            <pc:sldMk cId="610711285" sldId="263"/>
            <ac:spMk id="14" creationId="{8AECA7CE-F590-4E4F-6647-B795D3BB917B}"/>
          </ac:spMkLst>
        </pc:spChg>
        <pc:spChg chg="add mod">
          <ac:chgData name="taki taki" userId="3da5a51479194352" providerId="LiveId" clId="{7F99E75A-26A3-4476-8E0A-800D483AAA16}" dt="2025-11-24T17:45:21.117" v="1476" actId="1076"/>
          <ac:spMkLst>
            <pc:docMk/>
            <pc:sldMk cId="610711285" sldId="263"/>
            <ac:spMk id="15" creationId="{A661A6ED-220B-499B-F498-16E3946FE9C4}"/>
          </ac:spMkLst>
        </pc:spChg>
        <pc:spChg chg="add mod ord">
          <ac:chgData name="taki taki" userId="3da5a51479194352" providerId="LiveId" clId="{7F99E75A-26A3-4476-8E0A-800D483AAA16}" dt="2025-11-24T17:50:21.098" v="1963" actId="14861"/>
          <ac:spMkLst>
            <pc:docMk/>
            <pc:sldMk cId="610711285" sldId="263"/>
            <ac:spMk id="16" creationId="{73794CFF-DCA7-AE95-9A4B-BE6D8A69E4C1}"/>
          </ac:spMkLst>
        </pc:spChg>
        <pc:picChg chg="add del mod">
          <ac:chgData name="taki taki" userId="3da5a51479194352" providerId="LiveId" clId="{7F99E75A-26A3-4476-8E0A-800D483AAA16}" dt="2025-11-24T19:20:17.853" v="2066" actId="14100"/>
          <ac:picMkLst>
            <pc:docMk/>
            <pc:sldMk cId="610711285" sldId="263"/>
            <ac:picMk id="3" creationId="{8E1A1290-7564-0DB9-41A8-15C7A1850802}"/>
          </ac:picMkLst>
        </pc:picChg>
        <pc:picChg chg="del">
          <ac:chgData name="taki taki" userId="3da5a51479194352" providerId="LiveId" clId="{7F99E75A-26A3-4476-8E0A-800D483AAA16}" dt="2025-11-24T17:39:35.308" v="1277" actId="478"/>
          <ac:picMkLst>
            <pc:docMk/>
            <pc:sldMk cId="610711285" sldId="263"/>
            <ac:picMk id="8" creationId="{FC7D9AF9-DCD6-3FC2-4D0F-C65CF6E79A52}"/>
          </ac:picMkLst>
        </pc:picChg>
      </pc:sldChg>
      <pc:sldChg chg="addSp delSp modSp add mod">
        <pc:chgData name="taki taki" userId="3da5a51479194352" providerId="LiveId" clId="{7F99E75A-26A3-4476-8E0A-800D483AAA16}" dt="2025-11-25T12:37:55.347" v="2266" actId="164"/>
        <pc:sldMkLst>
          <pc:docMk/>
          <pc:sldMk cId="1500099404" sldId="264"/>
        </pc:sldMkLst>
        <pc:spChg chg="del">
          <ac:chgData name="taki taki" userId="3da5a51479194352" providerId="LiveId" clId="{7F99E75A-26A3-4476-8E0A-800D483AAA16}" dt="2025-11-24T17:45:05.788" v="1472"/>
          <ac:spMkLst>
            <pc:docMk/>
            <pc:sldMk cId="1500099404" sldId="264"/>
            <ac:spMk id="2" creationId="{1F300B12-A05C-30C7-3627-BD931CB35C6A}"/>
          </ac:spMkLst>
        </pc:spChg>
        <pc:spChg chg="add del ord">
          <ac:chgData name="taki taki" userId="3da5a51479194352" providerId="LiveId" clId="{7F99E75A-26A3-4476-8E0A-800D483AAA16}" dt="2025-11-24T17:45:05.788" v="1472"/>
          <ac:spMkLst>
            <pc:docMk/>
            <pc:sldMk cId="1500099404" sldId="264"/>
            <ac:spMk id="4" creationId="{FC80C207-D6FB-0F13-493F-B86E2A878AC5}"/>
          </ac:spMkLst>
        </pc:spChg>
        <pc:spChg chg="add del mod">
          <ac:chgData name="taki taki" userId="3da5a51479194352" providerId="LiveId" clId="{7F99E75A-26A3-4476-8E0A-800D483AAA16}" dt="2025-11-25T12:37:55.347" v="2266" actId="164"/>
          <ac:spMkLst>
            <pc:docMk/>
            <pc:sldMk cId="1500099404" sldId="264"/>
            <ac:spMk id="5" creationId="{293638D4-D2DD-DE3B-582A-C7FF62684293}"/>
          </ac:spMkLst>
        </pc:spChg>
        <pc:spChg chg="del mod">
          <ac:chgData name="taki taki" userId="3da5a51479194352" providerId="LiveId" clId="{7F99E75A-26A3-4476-8E0A-800D483AAA16}" dt="2025-11-24T17:45:08.780" v="1473" actId="478"/>
          <ac:spMkLst>
            <pc:docMk/>
            <pc:sldMk cId="1500099404" sldId="264"/>
            <ac:spMk id="6" creationId="{4CC2FE5C-2142-1594-7FE9-106389300F2E}"/>
          </ac:spMkLst>
        </pc:spChg>
        <pc:spChg chg="add del mod ord">
          <ac:chgData name="taki taki" userId="3da5a51479194352" providerId="LiveId" clId="{7F99E75A-26A3-4476-8E0A-800D483AAA16}" dt="2025-11-25T12:37:55.347" v="2266" actId="164"/>
          <ac:spMkLst>
            <pc:docMk/>
            <pc:sldMk cId="1500099404" sldId="264"/>
            <ac:spMk id="7" creationId="{511D0E86-E2F3-62DE-5C01-5A01E6670ACF}"/>
          </ac:spMkLst>
        </pc:spChg>
        <pc:spChg chg="add del mod">
          <ac:chgData name="taki taki" userId="3da5a51479194352" providerId="LiveId" clId="{7F99E75A-26A3-4476-8E0A-800D483AAA16}" dt="2025-11-24T18:22:14.049" v="1968" actId="478"/>
          <ac:spMkLst>
            <pc:docMk/>
            <pc:sldMk cId="1500099404" sldId="264"/>
            <ac:spMk id="9" creationId="{8325AAED-0B60-C5BE-D2C7-3D885D1EFF74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16" creationId="{3DA2C554-BD8B-F189-3EA9-5862F1BE0233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23" creationId="{9036171E-2D4F-A036-6DDB-8328394D0BF8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24" creationId="{5E486569-5B4F-1F39-E61A-E5F9FF3DD8F6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27" creationId="{5EAEA6F1-0455-7C8B-3014-5A1EC60A1478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30" creationId="{BC6FD6DD-2735-42BC-DEEE-7478FA4390BF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34" creationId="{393A0852-FFD2-EA62-7DF3-07FA807F1347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35" creationId="{4A48F588-DBC6-2B91-8258-E7761581E283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39" creationId="{F6947EF0-7039-4693-27E7-DC712F0B7CEA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40" creationId="{7B8C62A2-52D6-90F6-05F7-347ACFFA601A}"/>
          </ac:spMkLst>
        </pc:spChg>
        <pc:spChg chg="mod">
          <ac:chgData name="taki taki" userId="3da5a51479194352" providerId="LiveId" clId="{7F99E75A-26A3-4476-8E0A-800D483AAA16}" dt="2025-11-24T18:22:33.491" v="1971"/>
          <ac:spMkLst>
            <pc:docMk/>
            <pc:sldMk cId="1500099404" sldId="264"/>
            <ac:spMk id="42" creationId="{CA7ECF1B-10FA-3234-F8F4-E8D294EF298C}"/>
          </ac:spMkLst>
        </pc:spChg>
        <pc:spChg chg="mod ord">
          <ac:chgData name="taki taki" userId="3da5a51479194352" providerId="LiveId" clId="{7F99E75A-26A3-4476-8E0A-800D483AAA16}" dt="2025-11-24T18:23:13.564" v="1978"/>
          <ac:spMkLst>
            <pc:docMk/>
            <pc:sldMk cId="1500099404" sldId="264"/>
            <ac:spMk id="43" creationId="{531B495F-D542-535A-701E-66124780DA24}"/>
          </ac:spMkLst>
        </pc:spChg>
        <pc:grpChg chg="add mod">
          <ac:chgData name="taki taki" userId="3da5a51479194352" providerId="LiveId" clId="{7F99E75A-26A3-4476-8E0A-800D483AAA16}" dt="2025-11-25T12:37:55.347" v="2266" actId="164"/>
          <ac:grpSpMkLst>
            <pc:docMk/>
            <pc:sldMk cId="1500099404" sldId="264"/>
            <ac:grpSpMk id="2" creationId="{127B0C50-32AE-4AFE-18C1-BF6A15954D15}"/>
          </ac:grpSpMkLst>
        </pc:grpChg>
        <pc:grpChg chg="add mod">
          <ac:chgData name="taki taki" userId="3da5a51479194352" providerId="LiveId" clId="{7F99E75A-26A3-4476-8E0A-800D483AAA16}" dt="2025-11-24T18:23:37.790" v="1982" actId="164"/>
          <ac:grpSpMkLst>
            <pc:docMk/>
            <pc:sldMk cId="1500099404" sldId="264"/>
            <ac:grpSpMk id="45" creationId="{AE048CCB-6EFE-381F-B853-E19787D81218}"/>
          </ac:grpSpMkLst>
        </pc:grpChg>
        <pc:picChg chg="del">
          <ac:chgData name="taki taki" userId="3da5a51479194352" providerId="LiveId" clId="{7F99E75A-26A3-4476-8E0A-800D483AAA16}" dt="2025-11-24T17:44:22.995" v="1469" actId="478"/>
          <ac:picMkLst>
            <pc:docMk/>
            <pc:sldMk cId="1500099404" sldId="264"/>
            <ac:picMk id="3" creationId="{EC924286-DCA2-0BD0-3CD9-DC2240A8C46E}"/>
          </ac:picMkLst>
        </pc:picChg>
        <pc:picChg chg="add del mod">
          <ac:chgData name="taki taki" userId="3da5a51479194352" providerId="LiveId" clId="{7F99E75A-26A3-4476-8E0A-800D483AAA16}" dt="2025-11-24T18:23:17.307" v="1979" actId="478"/>
          <ac:picMkLst>
            <pc:docMk/>
            <pc:sldMk cId="1500099404" sldId="264"/>
            <ac:picMk id="8" creationId="{060A435A-0C54-E08F-5451-1B9E9CCDC5FC}"/>
          </ac:picMkLst>
        </pc:picChg>
        <pc:picChg chg="add mod">
          <ac:chgData name="taki taki" userId="3da5a51479194352" providerId="LiveId" clId="{7F99E75A-26A3-4476-8E0A-800D483AAA16}" dt="2025-11-24T18:23:09.656" v="1976" actId="14100"/>
          <ac:picMkLst>
            <pc:docMk/>
            <pc:sldMk cId="1500099404" sldId="264"/>
            <ac:picMk id="44" creationId="{B7D2556B-82A0-8935-D1C6-807DADDDB2D1}"/>
          </ac:picMkLst>
        </pc:picChg>
      </pc:sldChg>
      <pc:sldChg chg="addSp delSp modSp add mod">
        <pc:chgData name="taki taki" userId="3da5a51479194352" providerId="LiveId" clId="{7F99E75A-26A3-4476-8E0A-800D483AAA16}" dt="2025-11-24T17:46:11.946" v="1480"/>
        <pc:sldMkLst>
          <pc:docMk/>
          <pc:sldMk cId="56767928" sldId="265"/>
        </pc:sldMkLst>
        <pc:spChg chg="add del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2" creationId="{87756E8C-4F52-5875-A7BF-E2E0BD992670}"/>
          </ac:spMkLst>
        </pc:spChg>
        <pc:spChg chg="mod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3" creationId="{3705EBB8-0DD4-EC63-8042-EF81CFF5FE4A}"/>
          </ac:spMkLst>
        </pc:spChg>
        <pc:spChg chg="mod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4" creationId="{DA06A6AB-5984-410B-41BA-78D49688C9E8}"/>
          </ac:spMkLst>
        </pc:spChg>
        <pc:spChg chg="del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5" creationId="{60D822E6-5089-3BC3-6D77-EFC5D74B7315}"/>
          </ac:spMkLst>
        </pc:spChg>
        <pc:spChg chg="mod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6" creationId="{40DEBE18-B464-FB6B-29E9-FE48EDBD1D3B}"/>
          </ac:spMkLst>
        </pc:spChg>
        <pc:spChg chg="mod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7" creationId="{D3C25270-F3F1-C93A-31D3-BD7DA30859FE}"/>
          </ac:spMkLst>
        </pc:spChg>
        <pc:spChg chg="mod">
          <ac:chgData name="taki taki" userId="3da5a51479194352" providerId="LiveId" clId="{7F99E75A-26A3-4476-8E0A-800D483AAA16}" dt="2025-11-24T17:46:11.946" v="1480"/>
          <ac:spMkLst>
            <pc:docMk/>
            <pc:sldMk cId="56767928" sldId="265"/>
            <ac:spMk id="8" creationId="{57B6CA14-4CDE-E062-801F-D33D597DA07A}"/>
          </ac:spMkLst>
        </pc:spChg>
      </pc:sldChg>
      <pc:sldChg chg="addSp delSp modSp add mod">
        <pc:chgData name="taki taki" userId="3da5a51479194352" providerId="LiveId" clId="{7F99E75A-26A3-4476-8E0A-800D483AAA16}" dt="2025-11-25T12:20:55.003" v="2118" actId="207"/>
        <pc:sldMkLst>
          <pc:docMk/>
          <pc:sldMk cId="365534766" sldId="266"/>
        </pc:sldMkLst>
        <pc:spChg chg="add del mod topLvl">
          <ac:chgData name="taki taki" userId="3da5a51479194352" providerId="LiveId" clId="{7F99E75A-26A3-4476-8E0A-800D483AAA16}" dt="2025-11-25T12:20:41.251" v="2116" actId="165"/>
          <ac:spMkLst>
            <pc:docMk/>
            <pc:sldMk cId="365534766" sldId="266"/>
            <ac:spMk id="2" creationId="{DF71B2A3-A39F-2F06-4714-326ACD6F7145}"/>
          </ac:spMkLst>
        </pc:spChg>
        <pc:spChg chg="add del mod">
          <ac:chgData name="taki taki" userId="3da5a51479194352" providerId="LiveId" clId="{7F99E75A-26A3-4476-8E0A-800D483AAA16}" dt="2025-11-24T20:45:51.221" v="2099"/>
          <ac:spMkLst>
            <pc:docMk/>
            <pc:sldMk cId="365534766" sldId="266"/>
            <ac:spMk id="3" creationId="{7060114F-AF1E-FA80-4966-BA80BB051228}"/>
          </ac:spMkLst>
        </pc:spChg>
        <pc:spChg chg="add del">
          <ac:chgData name="taki taki" userId="3da5a51479194352" providerId="LiveId" clId="{7F99E75A-26A3-4476-8E0A-800D483AAA16}" dt="2025-11-24T20:45:17.203" v="2087" actId="11529"/>
          <ac:spMkLst>
            <pc:docMk/>
            <pc:sldMk cId="365534766" sldId="266"/>
            <ac:spMk id="4" creationId="{3E653E95-1C9B-52C6-272A-927FABEE6117}"/>
          </ac:spMkLst>
        </pc:spChg>
        <pc:spChg chg="mod">
          <ac:chgData name="taki taki" userId="3da5a51479194352" providerId="LiveId" clId="{7F99E75A-26A3-4476-8E0A-800D483AAA16}" dt="2025-11-24T20:45:16.934" v="2086"/>
          <ac:spMkLst>
            <pc:docMk/>
            <pc:sldMk cId="365534766" sldId="266"/>
            <ac:spMk id="5" creationId="{126B4738-D8D5-E61A-050A-80799F2E646F}"/>
          </ac:spMkLst>
        </pc:spChg>
        <pc:spChg chg="add del mod">
          <ac:chgData name="taki taki" userId="3da5a51479194352" providerId="LiveId" clId="{7F99E75A-26A3-4476-8E0A-800D483AAA16}" dt="2025-11-24T20:45:50.160" v="2097" actId="1076"/>
          <ac:spMkLst>
            <pc:docMk/>
            <pc:sldMk cId="365534766" sldId="266"/>
            <ac:spMk id="6" creationId="{D27268A2-D230-9A71-D5E2-50509145B93B}"/>
          </ac:spMkLst>
        </pc:spChg>
        <pc:spChg chg="add del mod topLvl">
          <ac:chgData name="taki taki" userId="3da5a51479194352" providerId="LiveId" clId="{7F99E75A-26A3-4476-8E0A-800D483AAA16}" dt="2025-11-25T12:20:55.003" v="2118" actId="207"/>
          <ac:spMkLst>
            <pc:docMk/>
            <pc:sldMk cId="365534766" sldId="266"/>
            <ac:spMk id="9" creationId="{BCDE70A0-F99A-5B25-FCBE-B757931D793D}"/>
          </ac:spMkLst>
        </pc:spChg>
        <pc:grpChg chg="add del mod">
          <ac:chgData name="taki taki" userId="3da5a51479194352" providerId="LiveId" clId="{7F99E75A-26A3-4476-8E0A-800D483AAA16}" dt="2025-11-25T12:20:41.251" v="2116" actId="165"/>
          <ac:grpSpMkLst>
            <pc:docMk/>
            <pc:sldMk cId="365534766" sldId="266"/>
            <ac:grpSpMk id="7" creationId="{B56A4492-DAD1-BEC1-C80D-D62FB6EDD55F}"/>
          </ac:grpSpMkLst>
        </pc:grpChg>
        <pc:picChg chg="del">
          <ac:chgData name="taki taki" userId="3da5a51479194352" providerId="LiveId" clId="{7F99E75A-26A3-4476-8E0A-800D483AAA16}" dt="2025-11-24T20:43:28.075" v="2068" actId="478"/>
          <ac:picMkLst>
            <pc:docMk/>
            <pc:sldMk cId="365534766" sldId="266"/>
            <ac:picMk id="10" creationId="{EBAA2FD3-E7DF-A9A4-1B0F-F8DA34E6388C}"/>
          </ac:picMkLst>
        </pc:picChg>
      </pc:sldChg>
      <pc:sldChg chg="addSp delSp modSp add mod">
        <pc:chgData name="taki taki" userId="3da5a51479194352" providerId="LiveId" clId="{7F99E75A-26A3-4476-8E0A-800D483AAA16}" dt="2025-11-25T12:37:08.614" v="2264" actId="207"/>
        <pc:sldMkLst>
          <pc:docMk/>
          <pc:sldMk cId="4208197803" sldId="267"/>
        </pc:sldMkLst>
        <pc:spChg chg="add del mod">
          <ac:chgData name="taki taki" userId="3da5a51479194352" providerId="LiveId" clId="{7F99E75A-26A3-4476-8E0A-800D483AAA16}" dt="2025-11-25T12:31:51.143" v="2192"/>
          <ac:spMkLst>
            <pc:docMk/>
            <pc:sldMk cId="4208197803" sldId="267"/>
            <ac:spMk id="2" creationId="{A8A301DE-4C0E-ADCA-D700-0ADB13B3FE68}"/>
          </ac:spMkLst>
        </pc:spChg>
        <pc:spChg chg="del">
          <ac:chgData name="taki taki" userId="3da5a51479194352" providerId="LiveId" clId="{7F99E75A-26A3-4476-8E0A-800D483AAA16}" dt="2025-11-25T12:23:08.734" v="2120" actId="478"/>
          <ac:spMkLst>
            <pc:docMk/>
            <pc:sldMk cId="4208197803" sldId="267"/>
            <ac:spMk id="3" creationId="{BEC6C4E3-31D1-C1F0-4C6D-06F1DE2E5CA3}"/>
          </ac:spMkLst>
        </pc:spChg>
        <pc:spChg chg="del">
          <ac:chgData name="taki taki" userId="3da5a51479194352" providerId="LiveId" clId="{7F99E75A-26A3-4476-8E0A-800D483AAA16}" dt="2025-11-25T12:23:08.734" v="2120" actId="478"/>
          <ac:spMkLst>
            <pc:docMk/>
            <pc:sldMk cId="4208197803" sldId="267"/>
            <ac:spMk id="4" creationId="{34855DCA-C071-C9BF-3B73-F26F0B0417B0}"/>
          </ac:spMkLst>
        </pc:spChg>
        <pc:spChg chg="add del mod">
          <ac:chgData name="taki taki" userId="3da5a51479194352" providerId="LiveId" clId="{7F99E75A-26A3-4476-8E0A-800D483AAA16}" dt="2025-11-25T12:31:51.143" v="2192"/>
          <ac:spMkLst>
            <pc:docMk/>
            <pc:sldMk cId="4208197803" sldId="267"/>
            <ac:spMk id="5" creationId="{EBEAF17D-A615-8577-A2EA-33C696AC0AF9}"/>
          </ac:spMkLst>
        </pc:spChg>
        <pc:spChg chg="del">
          <ac:chgData name="taki taki" userId="3da5a51479194352" providerId="LiveId" clId="{7F99E75A-26A3-4476-8E0A-800D483AAA16}" dt="2025-11-25T12:23:08.734" v="2120" actId="478"/>
          <ac:spMkLst>
            <pc:docMk/>
            <pc:sldMk cId="4208197803" sldId="267"/>
            <ac:spMk id="6" creationId="{B1ED6AAF-5704-BC1F-E489-4CEEDEE985AF}"/>
          </ac:spMkLst>
        </pc:spChg>
        <pc:spChg chg="del">
          <ac:chgData name="taki taki" userId="3da5a51479194352" providerId="LiveId" clId="{7F99E75A-26A3-4476-8E0A-800D483AAA16}" dt="2025-11-25T12:23:08.734" v="2120" actId="478"/>
          <ac:spMkLst>
            <pc:docMk/>
            <pc:sldMk cId="4208197803" sldId="267"/>
            <ac:spMk id="7" creationId="{8D48F0C3-0A56-9569-8127-F59375CBD90D}"/>
          </ac:spMkLst>
        </pc:spChg>
        <pc:spChg chg="del">
          <ac:chgData name="taki taki" userId="3da5a51479194352" providerId="LiveId" clId="{7F99E75A-26A3-4476-8E0A-800D483AAA16}" dt="2025-11-25T12:23:08.734" v="2120" actId="478"/>
          <ac:spMkLst>
            <pc:docMk/>
            <pc:sldMk cId="4208197803" sldId="267"/>
            <ac:spMk id="8" creationId="{1E3D1F62-6127-DB5E-E8B5-1453790E4D13}"/>
          </ac:spMkLst>
        </pc:spChg>
        <pc:spChg chg="add del mod">
          <ac:chgData name="taki taki" userId="3da5a51479194352" providerId="LiveId" clId="{7F99E75A-26A3-4476-8E0A-800D483AAA16}" dt="2025-11-25T12:31:51.143" v="2192"/>
          <ac:spMkLst>
            <pc:docMk/>
            <pc:sldMk cId="4208197803" sldId="267"/>
            <ac:spMk id="9" creationId="{D9BA0BF4-541E-5D90-EC4B-0C9218B8F33C}"/>
          </ac:spMkLst>
        </pc:spChg>
        <pc:spChg chg="add mod">
          <ac:chgData name="taki taki" userId="3da5a51479194352" providerId="LiveId" clId="{7F99E75A-26A3-4476-8E0A-800D483AAA16}" dt="2025-11-25T12:24:44.899" v="2171"/>
          <ac:spMkLst>
            <pc:docMk/>
            <pc:sldMk cId="4208197803" sldId="267"/>
            <ac:spMk id="10" creationId="{9C43CD59-6ED9-3E65-3F0A-0A8558F9FFE3}"/>
          </ac:spMkLst>
        </pc:spChg>
        <pc:spChg chg="add mod">
          <ac:chgData name="taki taki" userId="3da5a51479194352" providerId="LiveId" clId="{7F99E75A-26A3-4476-8E0A-800D483AAA16}" dt="2025-11-25T12:24:34.733" v="2160"/>
          <ac:spMkLst>
            <pc:docMk/>
            <pc:sldMk cId="4208197803" sldId="267"/>
            <ac:spMk id="11" creationId="{D5BB3B5D-91D2-FECB-C484-A071128FD0DC}"/>
          </ac:spMkLst>
        </pc:spChg>
        <pc:spChg chg="add mod">
          <ac:chgData name="taki taki" userId="3da5a51479194352" providerId="LiveId" clId="{7F99E75A-26A3-4476-8E0A-800D483AAA16}" dt="2025-11-25T12:24:34.710" v="2159"/>
          <ac:spMkLst>
            <pc:docMk/>
            <pc:sldMk cId="4208197803" sldId="267"/>
            <ac:spMk id="12" creationId="{98E1C3EC-12B9-1326-0FBE-5E46B750A3BE}"/>
          </ac:spMkLst>
        </pc:spChg>
        <pc:spChg chg="mod">
          <ac:chgData name="taki taki" userId="3da5a51479194352" providerId="LiveId" clId="{7F99E75A-26A3-4476-8E0A-800D483AAA16}" dt="2025-11-25T12:31:30.802" v="2185"/>
          <ac:spMkLst>
            <pc:docMk/>
            <pc:sldMk cId="4208197803" sldId="267"/>
            <ac:spMk id="13" creationId="{E6A5B0B5-99C3-BD82-C131-ADEC20FAD4B1}"/>
          </ac:spMkLst>
        </pc:spChg>
        <pc:spChg chg="add del mod">
          <ac:chgData name="taki taki" userId="3da5a51479194352" providerId="LiveId" clId="{7F99E75A-26A3-4476-8E0A-800D483AAA16}" dt="2025-11-25T12:31:51.143" v="2192"/>
          <ac:spMkLst>
            <pc:docMk/>
            <pc:sldMk cId="4208197803" sldId="267"/>
            <ac:spMk id="14" creationId="{2D54DA24-3D57-17F7-DAC9-7EB9F73C20D4}"/>
          </ac:spMkLst>
        </pc:spChg>
        <pc:spChg chg="del mod">
          <ac:chgData name="taki taki" userId="3da5a51479194352" providerId="LiveId" clId="{7F99E75A-26A3-4476-8E0A-800D483AAA16}" dt="2025-11-25T12:32:24.009" v="2196" actId="478"/>
          <ac:spMkLst>
            <pc:docMk/>
            <pc:sldMk cId="4208197803" sldId="267"/>
            <ac:spMk id="15" creationId="{849FE2F9-0F46-E9BA-2A9E-49DAE225276E}"/>
          </ac:spMkLst>
        </pc:spChg>
        <pc:spChg chg="add del">
          <ac:chgData name="taki taki" userId="3da5a51479194352" providerId="LiveId" clId="{7F99E75A-26A3-4476-8E0A-800D483AAA16}" dt="2025-11-25T12:33:15.340" v="2200" actId="478"/>
          <ac:spMkLst>
            <pc:docMk/>
            <pc:sldMk cId="4208197803" sldId="267"/>
            <ac:spMk id="16" creationId="{D9ABF4BD-C03E-081A-B22E-6BCC3A9F4ED5}"/>
          </ac:spMkLst>
        </pc:spChg>
        <pc:spChg chg="add del mod">
          <ac:chgData name="taki taki" userId="3da5a51479194352" providerId="LiveId" clId="{7F99E75A-26A3-4476-8E0A-800D483AAA16}" dt="2025-11-25T12:35:13.011" v="2252"/>
          <ac:spMkLst>
            <pc:docMk/>
            <pc:sldMk cId="4208197803" sldId="267"/>
            <ac:spMk id="17" creationId="{9F4F3F8C-8521-609B-F642-E363C8158266}"/>
          </ac:spMkLst>
        </pc:spChg>
        <pc:spChg chg="add del mod">
          <ac:chgData name="taki taki" userId="3da5a51479194352" providerId="LiveId" clId="{7F99E75A-26A3-4476-8E0A-800D483AAA16}" dt="2025-11-25T12:34:22.423" v="2239"/>
          <ac:spMkLst>
            <pc:docMk/>
            <pc:sldMk cId="4208197803" sldId="267"/>
            <ac:spMk id="18" creationId="{0C99E09D-E01E-EFA7-87B1-0FF223C360EA}"/>
          </ac:spMkLst>
        </pc:spChg>
        <pc:spChg chg="add del mod">
          <ac:chgData name="taki taki" userId="3da5a51479194352" providerId="LiveId" clId="{7F99E75A-26A3-4476-8E0A-800D483AAA16}" dt="2025-11-25T12:34:20.878" v="2234"/>
          <ac:spMkLst>
            <pc:docMk/>
            <pc:sldMk cId="4208197803" sldId="267"/>
            <ac:spMk id="19" creationId="{F119CEC9-7EFC-E0C6-B207-16C8158F8F85}"/>
          </ac:spMkLst>
        </pc:spChg>
        <pc:spChg chg="add del mod">
          <ac:chgData name="taki taki" userId="3da5a51479194352" providerId="LiveId" clId="{7F99E75A-26A3-4476-8E0A-800D483AAA16}" dt="2025-11-25T12:34:19.670" v="2230"/>
          <ac:spMkLst>
            <pc:docMk/>
            <pc:sldMk cId="4208197803" sldId="267"/>
            <ac:spMk id="20" creationId="{4DEFE2BE-60B0-0E91-8E2D-38D5C8BBE2C5}"/>
          </ac:spMkLst>
        </pc:spChg>
        <pc:spChg chg="mod">
          <ac:chgData name="taki taki" userId="3da5a51479194352" providerId="LiveId" clId="{7F99E75A-26A3-4476-8E0A-800D483AAA16}" dt="2025-11-25T12:34:18.434" v="2226"/>
          <ac:spMkLst>
            <pc:docMk/>
            <pc:sldMk cId="4208197803" sldId="267"/>
            <ac:spMk id="21" creationId="{45B76084-F15F-3395-30CF-6A8F8DBD82B3}"/>
          </ac:spMkLst>
        </pc:spChg>
        <pc:spChg chg="add del mod">
          <ac:chgData name="taki taki" userId="3da5a51479194352" providerId="LiveId" clId="{7F99E75A-26A3-4476-8E0A-800D483AAA16}" dt="2025-11-25T12:34:29.851" v="2242" actId="478"/>
          <ac:spMkLst>
            <pc:docMk/>
            <pc:sldMk cId="4208197803" sldId="267"/>
            <ac:spMk id="22" creationId="{F07CCC37-3931-DE9B-52AF-1D02DCC3577A}"/>
          </ac:spMkLst>
        </pc:spChg>
        <pc:spChg chg="add del mod">
          <ac:chgData name="taki taki" userId="3da5a51479194352" providerId="LiveId" clId="{7F99E75A-26A3-4476-8E0A-800D483AAA16}" dt="2025-11-25T12:35:13.011" v="2252"/>
          <ac:spMkLst>
            <pc:docMk/>
            <pc:sldMk cId="4208197803" sldId="267"/>
            <ac:spMk id="23" creationId="{2957A3E2-D9FE-23C6-2BEE-1BD298A88959}"/>
          </ac:spMkLst>
        </pc:spChg>
        <pc:spChg chg="del mod">
          <ac:chgData name="taki taki" userId="3da5a51479194352" providerId="LiveId" clId="{7F99E75A-26A3-4476-8E0A-800D483AAA16}" dt="2025-11-25T12:35:18.784" v="2254" actId="478"/>
          <ac:spMkLst>
            <pc:docMk/>
            <pc:sldMk cId="4208197803" sldId="267"/>
            <ac:spMk id="24" creationId="{11DA6F50-455F-34F4-5AE9-8A6F02BB1846}"/>
          </ac:spMkLst>
        </pc:spChg>
        <pc:spChg chg="add del">
          <ac:chgData name="taki taki" userId="3da5a51479194352" providerId="LiveId" clId="{7F99E75A-26A3-4476-8E0A-800D483AAA16}" dt="2025-11-25T12:35:36.631" v="2256" actId="478"/>
          <ac:spMkLst>
            <pc:docMk/>
            <pc:sldMk cId="4208197803" sldId="267"/>
            <ac:spMk id="25" creationId="{E5EF867D-EFE5-59CF-4411-AF833133353D}"/>
          </ac:spMkLst>
        </pc:spChg>
        <pc:spChg chg="add del mod">
          <ac:chgData name="taki taki" userId="3da5a51479194352" providerId="LiveId" clId="{7F99E75A-26A3-4476-8E0A-800D483AAA16}" dt="2025-11-25T12:37:00.022" v="2262"/>
          <ac:spMkLst>
            <pc:docMk/>
            <pc:sldMk cId="4208197803" sldId="267"/>
            <ac:spMk id="26" creationId="{6997B982-E736-152D-419B-2D54770CCF62}"/>
          </ac:spMkLst>
        </pc:spChg>
        <pc:spChg chg="add del">
          <ac:chgData name="taki taki" userId="3da5a51479194352" providerId="LiveId" clId="{7F99E75A-26A3-4476-8E0A-800D483AAA16}" dt="2025-11-25T12:37:00.022" v="2262"/>
          <ac:spMkLst>
            <pc:docMk/>
            <pc:sldMk cId="4208197803" sldId="267"/>
            <ac:spMk id="27" creationId="{06A31DDA-4682-A8F0-499D-7790F19E0AAC}"/>
          </ac:spMkLst>
        </pc:spChg>
        <pc:spChg chg="mod">
          <ac:chgData name="taki taki" userId="3da5a51479194352" providerId="LiveId" clId="{7F99E75A-26A3-4476-8E0A-800D483AAA16}" dt="2025-11-25T12:37:08.614" v="2264" actId="207"/>
          <ac:spMkLst>
            <pc:docMk/>
            <pc:sldMk cId="4208197803" sldId="267"/>
            <ac:spMk id="28" creationId="{85539C20-94AF-9C09-E49D-F14A42067CE1}"/>
          </ac:spMkLst>
        </pc:spChg>
      </pc:sldChg>
      <pc:sldChg chg="addSp modSp add mod">
        <pc:chgData name="taki taki" userId="3da5a51479194352" providerId="LiveId" clId="{7F99E75A-26A3-4476-8E0A-800D483AAA16}" dt="2025-11-25T12:38:50.760" v="2272" actId="1076"/>
        <pc:sldMkLst>
          <pc:docMk/>
          <pc:sldMk cId="1463800320" sldId="268"/>
        </pc:sldMkLst>
        <pc:spChg chg="add mod">
          <ac:chgData name="taki taki" userId="3da5a51479194352" providerId="LiveId" clId="{7F99E75A-26A3-4476-8E0A-800D483AAA16}" dt="2025-11-25T12:38:50.760" v="2272" actId="1076"/>
          <ac:spMkLst>
            <pc:docMk/>
            <pc:sldMk cId="1463800320" sldId="268"/>
            <ac:spMk id="3" creationId="{DCCD6F0D-461E-C3C0-3580-28EB99E2D7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7C5E-435D-3E09-1883-A5BFE3BA4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04A49-89B1-58C0-1987-8CD2E1A88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CCF46-BB7B-156D-2F16-AFB01FF6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BD3FB-AF2D-CEB4-532F-676A9F167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60BA-90B2-68A4-2763-16DE4BB3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28A3C-DA7B-E278-07F1-C57795AA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C4AE-3002-D193-C206-EF8476AD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C41DF-63A7-4022-3574-4DC26551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7622F-A5A5-A851-0B26-9BB0905A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96BA5-5CE7-A1F8-9D1A-383AA26F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3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2A9F-230C-FAD7-624A-2621F784D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005A0-F803-B876-EC99-062BF8D25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033F6-6A83-613F-7778-3F4BFEEC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2787-A74D-6742-4E17-0368CF63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66D4-69CB-FE54-F775-39A5A338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DAFF-ACFE-DBFC-AC6E-515B3E4C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28B0-E960-4CAB-5BCD-D4F01331A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0470D-C7AA-92BC-0245-B7B35FF7D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5CA0-299A-4CCC-F77C-0F9CE169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A1794-01B5-C73F-AA1B-68912B18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687A7-34B1-41C2-DCE9-5A502702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3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497D-6EB9-B282-8735-8D80A116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CA3FD-C463-2A2F-EAE8-969A39A7D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46CF9-388E-3C55-80EC-4CE0CA701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3D4E1-E6DE-2713-68B0-912820AFB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2D1AE-79E3-0E64-5BDF-C9508D48C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69282-7EEE-DE9C-D3E9-F83C5AE8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A482F-A8E4-BD75-D9F2-581C911B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F6B12-03D7-4A51-E09A-9902B4B1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3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723B-02EE-3F2A-A273-595FA722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2970C-87AF-14EF-05EA-338D6A56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FC686-BBB2-20FE-188E-924A78BAB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693FF-091C-3012-7D93-31A45537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57AE2-0F22-29D4-2F80-0B6DFC607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BFC40-A66E-CDBD-B503-FE2BA27A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CA949-7FF2-54A5-2A91-F246CC6E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1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DEBF-F528-DD38-0E53-A8ED0A4E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B5A5F-30A1-813D-DAA0-C42B3EE5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12EDE-3E82-4F76-9000-5E9A6EC75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1BFD6-F4B5-5126-1D55-C7903BB0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4BC37-6F36-0EF8-56EC-15D07391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37B7F-6374-7D7D-4611-23C6E254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8E81-51C8-0430-152C-142B39A2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1DD3D-0C72-E8D6-6FFB-2D0FD8DDF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A550D-11B5-90A2-BB14-494564C51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ADDFC-E7F0-E088-E3D8-12D45571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60DAA-E62D-00FE-FDC8-E24E1D27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31054-6B63-F06C-060F-EC313818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2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6DDC-CC76-7E10-ACD1-79769860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B5E11-C078-F9EF-26D1-C5F3C57F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02409-1DD3-E451-03FB-8552A164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B74A5-1BD1-81A0-146C-9AE552AB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D7895-C8E3-F07C-A582-B5EA4295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B153C-08ED-E2FF-600D-4014F4E36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E654B-0B00-76D2-C23F-0DFE42B7B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109EB-0582-EF6B-0567-D302DC39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72B1F-6D24-B0FD-E016-251E2E54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A1744-2351-505D-B228-A113D7DF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4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24B8A-BF5A-4F5C-A1CC-19854E1D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D47B9-F76A-B45E-2197-0909E84A1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9C404-DB45-3A64-06D5-2B593909C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BB16-ACAD-43D5-A827-DA135AFD205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18391-C99B-07B4-DB09-377A45284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D4BBF-E199-1C51-EA9C-A54E2BAF6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D2357-59AB-4B31-AB2B-638E9D0F6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9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6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E0F73B-0C4D-3DF1-D4C3-8C471CA22AE7}"/>
              </a:ext>
            </a:extLst>
          </p:cNvPr>
          <p:cNvSpPr/>
          <p:nvPr/>
        </p:nvSpPr>
        <p:spPr>
          <a:xfrm>
            <a:off x="-1585732" y="-328246"/>
            <a:ext cx="6035615" cy="4306153"/>
          </a:xfrm>
          <a:prstGeom prst="roundRect">
            <a:avLst>
              <a:gd name="adj" fmla="val 0"/>
            </a:avLst>
          </a:prstGeom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8CD568-5861-72A8-068A-7B88677A79AF}"/>
              </a:ext>
            </a:extLst>
          </p:cNvPr>
          <p:cNvCxnSpPr>
            <a:cxnSpLocks/>
          </p:cNvCxnSpPr>
          <p:nvPr/>
        </p:nvCxnSpPr>
        <p:spPr>
          <a:xfrm>
            <a:off x="-1585732" y="512033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F364C3-1D75-0651-313C-6FF9AAC6A068}"/>
              </a:ext>
            </a:extLst>
          </p:cNvPr>
          <p:cNvCxnSpPr>
            <a:cxnSpLocks/>
          </p:cNvCxnSpPr>
          <p:nvPr/>
        </p:nvCxnSpPr>
        <p:spPr>
          <a:xfrm>
            <a:off x="-1585732" y="979066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547A14-CAD4-B7A6-AB06-CA16FB8C1FDB}"/>
              </a:ext>
            </a:extLst>
          </p:cNvPr>
          <p:cNvCxnSpPr>
            <a:cxnSpLocks/>
          </p:cNvCxnSpPr>
          <p:nvPr/>
        </p:nvCxnSpPr>
        <p:spPr>
          <a:xfrm>
            <a:off x="-1585732" y="1377273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609C95-D0FD-7F8F-5AAE-5CA8CF48357C}"/>
              </a:ext>
            </a:extLst>
          </p:cNvPr>
          <p:cNvCxnSpPr>
            <a:cxnSpLocks/>
          </p:cNvCxnSpPr>
          <p:nvPr/>
        </p:nvCxnSpPr>
        <p:spPr>
          <a:xfrm>
            <a:off x="-1585732" y="1716486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7563F5-7C34-8F5E-84B0-9620CA189BEB}"/>
              </a:ext>
            </a:extLst>
          </p:cNvPr>
          <p:cNvCxnSpPr>
            <a:cxnSpLocks/>
          </p:cNvCxnSpPr>
          <p:nvPr/>
        </p:nvCxnSpPr>
        <p:spPr>
          <a:xfrm>
            <a:off x="-1585732" y="2095028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A30371-7009-9ABB-BB8F-C3AF717CB6FE}"/>
              </a:ext>
            </a:extLst>
          </p:cNvPr>
          <p:cNvCxnSpPr>
            <a:cxnSpLocks/>
          </p:cNvCxnSpPr>
          <p:nvPr/>
        </p:nvCxnSpPr>
        <p:spPr>
          <a:xfrm>
            <a:off x="-1585732" y="247357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B4F37E-7A07-C65B-6731-5475D61903FC}"/>
              </a:ext>
            </a:extLst>
          </p:cNvPr>
          <p:cNvCxnSpPr>
            <a:cxnSpLocks/>
          </p:cNvCxnSpPr>
          <p:nvPr/>
        </p:nvCxnSpPr>
        <p:spPr>
          <a:xfrm>
            <a:off x="-1585732" y="284228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06D3F-40BD-B8A5-DEBC-697587FDC0AE}"/>
              </a:ext>
            </a:extLst>
          </p:cNvPr>
          <p:cNvCxnSpPr>
            <a:cxnSpLocks/>
          </p:cNvCxnSpPr>
          <p:nvPr/>
        </p:nvCxnSpPr>
        <p:spPr>
          <a:xfrm>
            <a:off x="-1585732" y="321099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1BC354-A76B-3731-7F5D-D0ACBF35209A}"/>
              </a:ext>
            </a:extLst>
          </p:cNvPr>
          <p:cNvCxnSpPr>
            <a:cxnSpLocks/>
          </p:cNvCxnSpPr>
          <p:nvPr/>
        </p:nvCxnSpPr>
        <p:spPr>
          <a:xfrm>
            <a:off x="-1585732" y="357970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5F079C-50B8-E463-5F2D-6B41E3E68AD2}"/>
              </a:ext>
            </a:extLst>
          </p:cNvPr>
          <p:cNvCxnSpPr>
            <a:cxnSpLocks/>
          </p:cNvCxnSpPr>
          <p:nvPr/>
        </p:nvCxnSpPr>
        <p:spPr>
          <a:xfrm>
            <a:off x="3500314" y="-328246"/>
            <a:ext cx="0" cy="4306153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057968-DBB3-BC4A-3721-ED1AB69793B0}"/>
              </a:ext>
            </a:extLst>
          </p:cNvPr>
          <p:cNvCxnSpPr>
            <a:cxnSpLocks/>
          </p:cNvCxnSpPr>
          <p:nvPr/>
        </p:nvCxnSpPr>
        <p:spPr>
          <a:xfrm>
            <a:off x="2503853" y="-364548"/>
            <a:ext cx="0" cy="4342455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DAFA950-7A68-9E8A-B756-6744B1C25DC5}"/>
              </a:ext>
            </a:extLst>
          </p:cNvPr>
          <p:cNvCxnSpPr>
            <a:cxnSpLocks/>
          </p:cNvCxnSpPr>
          <p:nvPr/>
        </p:nvCxnSpPr>
        <p:spPr>
          <a:xfrm>
            <a:off x="1507392" y="-400850"/>
            <a:ext cx="0" cy="4378757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3C704A-951D-7064-8BC0-A1374E1BF87B}"/>
              </a:ext>
            </a:extLst>
          </p:cNvPr>
          <p:cNvCxnSpPr>
            <a:cxnSpLocks/>
          </p:cNvCxnSpPr>
          <p:nvPr/>
        </p:nvCxnSpPr>
        <p:spPr>
          <a:xfrm>
            <a:off x="522506" y="-328246"/>
            <a:ext cx="0" cy="4306153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0F1E6D0-0597-7923-8BC5-B9CEFEF59D15}"/>
              </a:ext>
            </a:extLst>
          </p:cNvPr>
          <p:cNvCxnSpPr>
            <a:cxnSpLocks/>
          </p:cNvCxnSpPr>
          <p:nvPr/>
        </p:nvCxnSpPr>
        <p:spPr>
          <a:xfrm>
            <a:off x="-485530" y="-328246"/>
            <a:ext cx="0" cy="4306153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AE2551-28FB-AAE8-E03A-EBABA8D091BC}"/>
              </a:ext>
            </a:extLst>
          </p:cNvPr>
          <p:cNvCxnSpPr>
            <a:cxnSpLocks/>
          </p:cNvCxnSpPr>
          <p:nvPr/>
        </p:nvCxnSpPr>
        <p:spPr>
          <a:xfrm flipH="1">
            <a:off x="3500314" y="-328246"/>
            <a:ext cx="949569" cy="84027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42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635063-FBA3-D812-C0BC-473E1F6516DB}"/>
              </a:ext>
            </a:extLst>
          </p:cNvPr>
          <p:cNvSpPr/>
          <p:nvPr/>
        </p:nvSpPr>
        <p:spPr>
          <a:xfrm>
            <a:off x="-1585732" y="4317120"/>
            <a:ext cx="6035615" cy="4989865"/>
          </a:xfrm>
          <a:prstGeom prst="roundRect">
            <a:avLst>
              <a:gd name="adj" fmla="val 0"/>
            </a:avLst>
          </a:prstGeom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0A2B52-7E71-7815-7F68-F63BA0DF2778}"/>
              </a:ext>
            </a:extLst>
          </p:cNvPr>
          <p:cNvCxnSpPr>
            <a:cxnSpLocks/>
          </p:cNvCxnSpPr>
          <p:nvPr/>
        </p:nvCxnSpPr>
        <p:spPr>
          <a:xfrm>
            <a:off x="-1585732" y="512033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6EADFD-FF59-595F-E268-BE7DED8D91FE}"/>
              </a:ext>
            </a:extLst>
          </p:cNvPr>
          <p:cNvCxnSpPr>
            <a:cxnSpLocks/>
          </p:cNvCxnSpPr>
          <p:nvPr/>
        </p:nvCxnSpPr>
        <p:spPr>
          <a:xfrm>
            <a:off x="-1585732" y="979066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A6DD5-6948-A24C-0889-222E54090CEE}"/>
              </a:ext>
            </a:extLst>
          </p:cNvPr>
          <p:cNvCxnSpPr>
            <a:cxnSpLocks/>
          </p:cNvCxnSpPr>
          <p:nvPr/>
        </p:nvCxnSpPr>
        <p:spPr>
          <a:xfrm>
            <a:off x="-1585732" y="1377273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B9105-BE58-BA9F-92EC-68E56422D3B7}"/>
              </a:ext>
            </a:extLst>
          </p:cNvPr>
          <p:cNvCxnSpPr>
            <a:cxnSpLocks/>
          </p:cNvCxnSpPr>
          <p:nvPr/>
        </p:nvCxnSpPr>
        <p:spPr>
          <a:xfrm>
            <a:off x="-1585732" y="1716486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D9F9F1-FA5B-9075-0067-7E792E5337CE}"/>
              </a:ext>
            </a:extLst>
          </p:cNvPr>
          <p:cNvCxnSpPr>
            <a:cxnSpLocks/>
          </p:cNvCxnSpPr>
          <p:nvPr/>
        </p:nvCxnSpPr>
        <p:spPr>
          <a:xfrm>
            <a:off x="-1585732" y="2095028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1448F6-B471-20F3-4409-89D2CE09802C}"/>
              </a:ext>
            </a:extLst>
          </p:cNvPr>
          <p:cNvCxnSpPr>
            <a:cxnSpLocks/>
          </p:cNvCxnSpPr>
          <p:nvPr/>
        </p:nvCxnSpPr>
        <p:spPr>
          <a:xfrm>
            <a:off x="-1585732" y="247357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29BE54-94F9-D27A-6AB6-EB0EF5B0A785}"/>
              </a:ext>
            </a:extLst>
          </p:cNvPr>
          <p:cNvCxnSpPr>
            <a:cxnSpLocks/>
          </p:cNvCxnSpPr>
          <p:nvPr/>
        </p:nvCxnSpPr>
        <p:spPr>
          <a:xfrm>
            <a:off x="-1585732" y="284228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CC403B-7DBD-AFC6-3B56-28A716BC74E9}"/>
              </a:ext>
            </a:extLst>
          </p:cNvPr>
          <p:cNvCxnSpPr>
            <a:cxnSpLocks/>
          </p:cNvCxnSpPr>
          <p:nvPr/>
        </p:nvCxnSpPr>
        <p:spPr>
          <a:xfrm>
            <a:off x="-1585732" y="321099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321178-EFFB-4AB5-C270-16C0CE40CCEB}"/>
              </a:ext>
            </a:extLst>
          </p:cNvPr>
          <p:cNvCxnSpPr>
            <a:cxnSpLocks/>
          </p:cNvCxnSpPr>
          <p:nvPr/>
        </p:nvCxnSpPr>
        <p:spPr>
          <a:xfrm>
            <a:off x="-1585732" y="357970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627FE-9991-865C-5B08-BC696B663D52}"/>
              </a:ext>
            </a:extLst>
          </p:cNvPr>
          <p:cNvCxnSpPr>
            <a:cxnSpLocks/>
          </p:cNvCxnSpPr>
          <p:nvPr/>
        </p:nvCxnSpPr>
        <p:spPr>
          <a:xfrm>
            <a:off x="-1585732" y="394841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7283FE-FECD-75F1-2AA0-FAFD80E31DC0}"/>
              </a:ext>
            </a:extLst>
          </p:cNvPr>
          <p:cNvCxnSpPr>
            <a:cxnSpLocks/>
          </p:cNvCxnSpPr>
          <p:nvPr/>
        </p:nvCxnSpPr>
        <p:spPr>
          <a:xfrm>
            <a:off x="-1585732" y="431712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689372-0AD8-6C1C-830A-10B49319670C}"/>
              </a:ext>
            </a:extLst>
          </p:cNvPr>
          <p:cNvCxnSpPr>
            <a:cxnSpLocks/>
          </p:cNvCxnSpPr>
          <p:nvPr/>
        </p:nvCxnSpPr>
        <p:spPr>
          <a:xfrm>
            <a:off x="-1585732" y="468583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B5993C-55B3-5ABE-607D-BDA39524A283}"/>
              </a:ext>
            </a:extLst>
          </p:cNvPr>
          <p:cNvCxnSpPr>
            <a:cxnSpLocks/>
          </p:cNvCxnSpPr>
          <p:nvPr/>
        </p:nvCxnSpPr>
        <p:spPr>
          <a:xfrm>
            <a:off x="-1585732" y="505454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A3C119-97FF-E020-3E7D-96EBA71DD68B}"/>
              </a:ext>
            </a:extLst>
          </p:cNvPr>
          <p:cNvCxnSpPr>
            <a:cxnSpLocks/>
          </p:cNvCxnSpPr>
          <p:nvPr/>
        </p:nvCxnSpPr>
        <p:spPr>
          <a:xfrm>
            <a:off x="-1585732" y="542325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0C71C5-0FEB-2E85-6F1B-8DA4CD4F8E59}"/>
              </a:ext>
            </a:extLst>
          </p:cNvPr>
          <p:cNvCxnSpPr>
            <a:cxnSpLocks/>
          </p:cNvCxnSpPr>
          <p:nvPr/>
        </p:nvCxnSpPr>
        <p:spPr>
          <a:xfrm>
            <a:off x="-1585732" y="579196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22BA72-17C7-4185-8A10-982876643148}"/>
              </a:ext>
            </a:extLst>
          </p:cNvPr>
          <p:cNvCxnSpPr>
            <a:cxnSpLocks/>
          </p:cNvCxnSpPr>
          <p:nvPr/>
        </p:nvCxnSpPr>
        <p:spPr>
          <a:xfrm>
            <a:off x="-1585732" y="6111508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4AB4C9-C9E7-3DAA-45DB-E489FAFF9DC0}"/>
              </a:ext>
            </a:extLst>
          </p:cNvPr>
          <p:cNvCxnSpPr>
            <a:cxnSpLocks/>
          </p:cNvCxnSpPr>
          <p:nvPr/>
        </p:nvCxnSpPr>
        <p:spPr>
          <a:xfrm>
            <a:off x="-1585732" y="6431056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ECAB5A-B14F-6E73-6495-9A85B324D2FC}"/>
              </a:ext>
            </a:extLst>
          </p:cNvPr>
          <p:cNvCxnSpPr>
            <a:cxnSpLocks/>
          </p:cNvCxnSpPr>
          <p:nvPr/>
        </p:nvCxnSpPr>
        <p:spPr>
          <a:xfrm>
            <a:off x="-1585732" y="6750604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721E4-4AB1-75B9-2100-8F0C34777A0B}"/>
              </a:ext>
            </a:extLst>
          </p:cNvPr>
          <p:cNvCxnSpPr>
            <a:cxnSpLocks/>
          </p:cNvCxnSpPr>
          <p:nvPr/>
        </p:nvCxnSpPr>
        <p:spPr>
          <a:xfrm>
            <a:off x="-1585732" y="7070152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92F11C-12AC-7164-AB06-D87FD5CE3380}"/>
              </a:ext>
            </a:extLst>
          </p:cNvPr>
          <p:cNvCxnSpPr>
            <a:cxnSpLocks/>
          </p:cNvCxnSpPr>
          <p:nvPr/>
        </p:nvCxnSpPr>
        <p:spPr>
          <a:xfrm>
            <a:off x="-1585732" y="738970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D75E5A-ABD0-BEFD-30EA-43F866DBE2B4}"/>
              </a:ext>
            </a:extLst>
          </p:cNvPr>
          <p:cNvCxnSpPr>
            <a:cxnSpLocks/>
          </p:cNvCxnSpPr>
          <p:nvPr/>
        </p:nvCxnSpPr>
        <p:spPr>
          <a:xfrm>
            <a:off x="-1585732" y="7709248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E4BE6D-6E22-E4DD-44F2-55EE439D5AE6}"/>
              </a:ext>
            </a:extLst>
          </p:cNvPr>
          <p:cNvCxnSpPr>
            <a:cxnSpLocks/>
          </p:cNvCxnSpPr>
          <p:nvPr/>
        </p:nvCxnSpPr>
        <p:spPr>
          <a:xfrm>
            <a:off x="-1585732" y="8028796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8D51D4-26AE-A1FB-C346-EA99C5CA7D7E}"/>
              </a:ext>
            </a:extLst>
          </p:cNvPr>
          <p:cNvCxnSpPr>
            <a:cxnSpLocks/>
          </p:cNvCxnSpPr>
          <p:nvPr/>
        </p:nvCxnSpPr>
        <p:spPr>
          <a:xfrm>
            <a:off x="-1585732" y="8348344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772F54-10DC-4658-DBC2-90FEEA017E9D}"/>
              </a:ext>
            </a:extLst>
          </p:cNvPr>
          <p:cNvCxnSpPr>
            <a:cxnSpLocks/>
          </p:cNvCxnSpPr>
          <p:nvPr/>
        </p:nvCxnSpPr>
        <p:spPr>
          <a:xfrm>
            <a:off x="-1585732" y="8667892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AF54DC-16D9-2FD1-1733-194A0EA55AA8}"/>
              </a:ext>
            </a:extLst>
          </p:cNvPr>
          <p:cNvCxnSpPr>
            <a:cxnSpLocks/>
          </p:cNvCxnSpPr>
          <p:nvPr/>
        </p:nvCxnSpPr>
        <p:spPr>
          <a:xfrm>
            <a:off x="-1585732" y="8987440"/>
            <a:ext cx="603561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D9BF576-680B-3193-DF31-54EBE8F79A67}"/>
              </a:ext>
            </a:extLst>
          </p:cNvPr>
          <p:cNvCxnSpPr>
            <a:cxnSpLocks/>
          </p:cNvCxnSpPr>
          <p:nvPr/>
        </p:nvCxnSpPr>
        <p:spPr>
          <a:xfrm>
            <a:off x="3500314" y="-328246"/>
            <a:ext cx="0" cy="9679476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8F7FC83-425F-72B2-27CB-B0241DBE8D61}"/>
              </a:ext>
            </a:extLst>
          </p:cNvPr>
          <p:cNvCxnSpPr>
            <a:cxnSpLocks/>
          </p:cNvCxnSpPr>
          <p:nvPr/>
        </p:nvCxnSpPr>
        <p:spPr>
          <a:xfrm>
            <a:off x="2503853" y="-364548"/>
            <a:ext cx="0" cy="9679476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C5D78A-9890-CF9B-3FBF-49D8860CEED0}"/>
              </a:ext>
            </a:extLst>
          </p:cNvPr>
          <p:cNvCxnSpPr>
            <a:cxnSpLocks/>
          </p:cNvCxnSpPr>
          <p:nvPr/>
        </p:nvCxnSpPr>
        <p:spPr>
          <a:xfrm>
            <a:off x="1507392" y="-400850"/>
            <a:ext cx="0" cy="9679476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52A9E0-D2A7-F624-AB0F-A498531F2C84}"/>
              </a:ext>
            </a:extLst>
          </p:cNvPr>
          <p:cNvCxnSpPr>
            <a:cxnSpLocks/>
          </p:cNvCxnSpPr>
          <p:nvPr/>
        </p:nvCxnSpPr>
        <p:spPr>
          <a:xfrm>
            <a:off x="522506" y="-328246"/>
            <a:ext cx="0" cy="9679476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B64C67-50B5-6242-14AF-06B201243349}"/>
              </a:ext>
            </a:extLst>
          </p:cNvPr>
          <p:cNvCxnSpPr>
            <a:cxnSpLocks/>
          </p:cNvCxnSpPr>
          <p:nvPr/>
        </p:nvCxnSpPr>
        <p:spPr>
          <a:xfrm>
            <a:off x="-485530" y="-328246"/>
            <a:ext cx="0" cy="9635231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CAFE0C-77B3-9B5E-6865-B467C97DEECB}"/>
              </a:ext>
            </a:extLst>
          </p:cNvPr>
          <p:cNvCxnSpPr>
            <a:cxnSpLocks/>
          </p:cNvCxnSpPr>
          <p:nvPr/>
        </p:nvCxnSpPr>
        <p:spPr>
          <a:xfrm flipH="1">
            <a:off x="3500314" y="-328246"/>
            <a:ext cx="949569" cy="84027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24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D2C36CD-33AC-E657-1C73-068E67FD687C}"/>
              </a:ext>
            </a:extLst>
          </p:cNvPr>
          <p:cNvGrpSpPr/>
          <p:nvPr/>
        </p:nvGrpSpPr>
        <p:grpSpPr>
          <a:xfrm>
            <a:off x="2468108" y="2225040"/>
            <a:ext cx="9083812" cy="7331394"/>
            <a:chOff x="2468108" y="-217970"/>
            <a:chExt cx="6066018" cy="9774404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6054F5DC-BBBD-1259-8A14-5D1208B20162}"/>
                </a:ext>
              </a:extLst>
            </p:cNvPr>
            <p:cNvSpPr/>
            <p:nvPr/>
          </p:nvSpPr>
          <p:spPr>
            <a:xfrm>
              <a:off x="2468108" y="-145366"/>
              <a:ext cx="6035615" cy="9635231"/>
            </a:xfrm>
            <a:prstGeom prst="roundRect">
              <a:avLst>
                <a:gd name="adj" fmla="val 0"/>
              </a:avLst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6855E91-359F-F900-D063-08C9C44FCF0D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694913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2F0CF91-7D47-A5A1-0A26-0ED57ABA0C43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1161946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70127353-86C6-E9DB-8EE2-B94FD264619E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1560153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C85985F-F276-9671-9E93-5A623911EFA8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1899366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B69F363-4DF3-BFC7-8EB8-FCAAC0D68F0A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2277908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252CC0B-3279-F02D-78EE-B863A387A0A4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265645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12D9F91-4CCE-09D2-8C17-A065247D1C13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302516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8E56B20-73BF-D0CA-CBC8-45EB5429FA4D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339387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B350541-FFBC-231A-09D6-D85336BE5C51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376258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A6FCEBD-B042-F3DC-5C0A-A1CF0BA4F84A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413129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994CC03-2026-6262-EC7A-EA998022D5B3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450000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C4DD9C6-DEBE-862E-D2C3-C9D1D9E27EBF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486871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0040963-A4C1-DEEB-0E48-6D02B49A0DED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523742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D8B6686-B25F-CF2F-B1C3-DCA99A082D99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560613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FE783E5-E4E8-2CC0-B986-F543ED4C96B0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597484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CE178D3-1A3B-86DB-C0E9-04CC0AD2FDCD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6294388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EAD87D7-C737-8F0E-4205-45CA57F81456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6613936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5D69B74-5774-63DB-8D03-32D3C4C49FF5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6933484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698EC04-CA52-0B74-FA30-916DE66980B2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7253032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36B63A7-E113-7B9B-5F38-EF1F6B9CECD7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757258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F11761D-95B4-6F1B-5378-066E2E8309ED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7892128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E9DFA19-4A7F-D0C6-D7A2-87FE424E83B0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8211676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FE5043DC-7F12-FE83-7D63-266F87CAAA63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8531224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A89700D-9253-6139-E437-838DB533B118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8850772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F1454C3-B7CB-57D9-1349-42A6A036A755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08" y="9170320"/>
              <a:ext cx="6035615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3250488-C566-5BAF-78C4-39E8C6667EB4}"/>
                </a:ext>
              </a:extLst>
            </p:cNvPr>
            <p:cNvCxnSpPr>
              <a:cxnSpLocks/>
            </p:cNvCxnSpPr>
            <p:nvPr/>
          </p:nvCxnSpPr>
          <p:spPr>
            <a:xfrm>
              <a:off x="7554154" y="-145366"/>
              <a:ext cx="0" cy="9679476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F7C0BF3-8DFD-2056-1711-F08B44205A3B}"/>
                </a:ext>
              </a:extLst>
            </p:cNvPr>
            <p:cNvCxnSpPr>
              <a:cxnSpLocks/>
            </p:cNvCxnSpPr>
            <p:nvPr/>
          </p:nvCxnSpPr>
          <p:spPr>
            <a:xfrm>
              <a:off x="6557693" y="-181668"/>
              <a:ext cx="0" cy="9679476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1E683949-6346-127E-2CDB-93314F61160B}"/>
                </a:ext>
              </a:extLst>
            </p:cNvPr>
            <p:cNvCxnSpPr>
              <a:cxnSpLocks/>
            </p:cNvCxnSpPr>
            <p:nvPr/>
          </p:nvCxnSpPr>
          <p:spPr>
            <a:xfrm>
              <a:off x="5561232" y="-217970"/>
              <a:ext cx="0" cy="9679476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DABA7C-E763-6D78-BA5D-9F6D0D1E1DD0}"/>
                </a:ext>
              </a:extLst>
            </p:cNvPr>
            <p:cNvCxnSpPr>
              <a:cxnSpLocks/>
            </p:cNvCxnSpPr>
            <p:nvPr/>
          </p:nvCxnSpPr>
          <p:spPr>
            <a:xfrm>
              <a:off x="4576346" y="-145366"/>
              <a:ext cx="0" cy="9679476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8DDFA1E-DF64-1C80-5FA7-F31079C2B8A3}"/>
                </a:ext>
              </a:extLst>
            </p:cNvPr>
            <p:cNvCxnSpPr>
              <a:cxnSpLocks/>
            </p:cNvCxnSpPr>
            <p:nvPr/>
          </p:nvCxnSpPr>
          <p:spPr>
            <a:xfrm>
              <a:off x="3568310" y="-145366"/>
              <a:ext cx="0" cy="9635231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2B57AFA-D229-E683-272A-03DFD1A002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4154" y="-145366"/>
              <a:ext cx="949569" cy="840279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7855E8C-13BA-0084-F18F-4908512B3D88}"/>
                </a:ext>
              </a:extLst>
            </p:cNvPr>
            <p:cNvSpPr txBox="1"/>
            <p:nvPr/>
          </p:nvSpPr>
          <p:spPr>
            <a:xfrm>
              <a:off x="6626407" y="43215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سي حميد</a:t>
              </a:r>
              <a:endParaRPr lang="en-US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0910673-369D-8FF5-2C4A-08913BD8397A}"/>
                </a:ext>
              </a:extLst>
            </p:cNvPr>
            <p:cNvSpPr txBox="1"/>
            <p:nvPr/>
          </p:nvSpPr>
          <p:spPr>
            <a:xfrm>
              <a:off x="5682846" y="-124553"/>
              <a:ext cx="8034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ar-MA" dirty="0"/>
                <a:t>مصطفي</a:t>
              </a:r>
            </a:p>
            <a:p>
              <a:pPr algn="ctr"/>
              <a:r>
                <a:rPr lang="ar-MA" dirty="0"/>
                <a:t>التاقي</a:t>
              </a:r>
              <a:endParaRPr lang="en-US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8D9658A-6ABB-7030-80D9-6116E17AEFE9}"/>
                </a:ext>
              </a:extLst>
            </p:cNvPr>
            <p:cNvSpPr txBox="1"/>
            <p:nvPr/>
          </p:nvSpPr>
          <p:spPr>
            <a:xfrm>
              <a:off x="4758116" y="-133729"/>
              <a:ext cx="6367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ar-MA" dirty="0"/>
                <a:t>مبارك</a:t>
              </a:r>
            </a:p>
            <a:p>
              <a:pPr algn="ctr"/>
              <a:r>
                <a:rPr lang="ar-MA" dirty="0"/>
                <a:t>بلعرج</a:t>
              </a:r>
              <a:endParaRPr lang="en-US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0F65073-7B7F-36D8-A8C6-ACF487C5CEF8}"/>
                </a:ext>
              </a:extLst>
            </p:cNvPr>
            <p:cNvSpPr txBox="1"/>
            <p:nvPr/>
          </p:nvSpPr>
          <p:spPr>
            <a:xfrm>
              <a:off x="3676848" y="-124553"/>
              <a:ext cx="8386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ar-MA" dirty="0"/>
                <a:t>العربي</a:t>
              </a:r>
            </a:p>
            <a:p>
              <a:pPr algn="ctr"/>
              <a:r>
                <a:rPr lang="ar-MA" dirty="0"/>
                <a:t>بن ديبون</a:t>
              </a:r>
              <a:endParaRPr lang="en-US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F9B564B-69AE-AFF0-7E6D-D9B6208B09DC}"/>
                </a:ext>
              </a:extLst>
            </p:cNvPr>
            <p:cNvSpPr txBox="1"/>
            <p:nvPr/>
          </p:nvSpPr>
          <p:spPr>
            <a:xfrm>
              <a:off x="2665966" y="-109313"/>
              <a:ext cx="7938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ar-MA" dirty="0"/>
                <a:t>الزاوية</a:t>
              </a:r>
            </a:p>
            <a:p>
              <a:pPr algn="ctr"/>
              <a:r>
                <a:rPr lang="ar-MA" dirty="0"/>
                <a:t>عبدالحق</a:t>
              </a:r>
              <a:endParaRPr lang="en-US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BEF4BB2-1161-4F89-0DA6-F2AFD3A0D2A8}"/>
                </a:ext>
              </a:extLst>
            </p:cNvPr>
            <p:cNvSpPr txBox="1"/>
            <p:nvPr/>
          </p:nvSpPr>
          <p:spPr>
            <a:xfrm>
              <a:off x="7551886" y="-172066"/>
              <a:ext cx="6832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sz="2400" dirty="0"/>
                <a:t>الإسم</a:t>
              </a:r>
              <a:endParaRPr lang="en-US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EA2FD5D-8368-796B-E7AD-62AD593A84D1}"/>
                </a:ext>
              </a:extLst>
            </p:cNvPr>
            <p:cNvSpPr txBox="1"/>
            <p:nvPr/>
          </p:nvSpPr>
          <p:spPr>
            <a:xfrm>
              <a:off x="7796207" y="72604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12</a:t>
              </a:r>
              <a:endParaRPr lang="en-US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318BF32-2E61-980D-EF5A-20A201F8B95E}"/>
                </a:ext>
              </a:extLst>
            </p:cNvPr>
            <p:cNvSpPr txBox="1"/>
            <p:nvPr/>
          </p:nvSpPr>
          <p:spPr>
            <a:xfrm>
              <a:off x="7860327" y="1174235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ar-MA" dirty="0"/>
                <a:t>1</a:t>
              </a:r>
              <a:endParaRPr lang="en-US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8EA8822-F838-97CC-E895-4B71126B6E76}"/>
                </a:ext>
              </a:extLst>
            </p:cNvPr>
            <p:cNvSpPr txBox="1"/>
            <p:nvPr/>
          </p:nvSpPr>
          <p:spPr>
            <a:xfrm>
              <a:off x="7867505" y="153294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2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6D51EE0-E262-F174-7B18-427FD91109AB}"/>
                </a:ext>
              </a:extLst>
            </p:cNvPr>
            <p:cNvSpPr txBox="1"/>
            <p:nvPr/>
          </p:nvSpPr>
          <p:spPr>
            <a:xfrm>
              <a:off x="7867505" y="189952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3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E82CABD-FA75-2321-72F8-4BE0607B6415}"/>
                </a:ext>
              </a:extLst>
            </p:cNvPr>
            <p:cNvSpPr txBox="1"/>
            <p:nvPr/>
          </p:nvSpPr>
          <p:spPr>
            <a:xfrm>
              <a:off x="7858060" y="2277413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 4</a:t>
              </a:r>
              <a:endParaRPr lang="en-US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780642C-F65E-826E-5716-20720DE87F92}"/>
                </a:ext>
              </a:extLst>
            </p:cNvPr>
            <p:cNvSpPr txBox="1"/>
            <p:nvPr/>
          </p:nvSpPr>
          <p:spPr>
            <a:xfrm>
              <a:off x="7858059" y="264513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5</a:t>
              </a:r>
              <a:endParaRPr lang="en-US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4DA41B00-A4E5-F260-2012-E6E25CD22364}"/>
                </a:ext>
              </a:extLst>
            </p:cNvPr>
            <p:cNvSpPr txBox="1"/>
            <p:nvPr/>
          </p:nvSpPr>
          <p:spPr>
            <a:xfrm>
              <a:off x="7858059" y="30230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6</a:t>
              </a:r>
              <a:endParaRPr lang="en-US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A276DE7-D455-27BD-EB27-A87F84EB51CA}"/>
                </a:ext>
              </a:extLst>
            </p:cNvPr>
            <p:cNvSpPr txBox="1"/>
            <p:nvPr/>
          </p:nvSpPr>
          <p:spPr>
            <a:xfrm>
              <a:off x="7867505" y="342123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7</a:t>
              </a:r>
              <a:endParaRPr lang="en-US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012C3228-B169-77C8-1CD2-77ABBDED34D4}"/>
                </a:ext>
              </a:extLst>
            </p:cNvPr>
            <p:cNvSpPr txBox="1"/>
            <p:nvPr/>
          </p:nvSpPr>
          <p:spPr>
            <a:xfrm>
              <a:off x="7867504" y="37679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8</a:t>
              </a:r>
              <a:endParaRPr lang="en-US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D822600-0539-84AA-0B18-4BA598EF3BED}"/>
                </a:ext>
              </a:extLst>
            </p:cNvPr>
            <p:cNvSpPr txBox="1"/>
            <p:nvPr/>
          </p:nvSpPr>
          <p:spPr>
            <a:xfrm>
              <a:off x="7867503" y="41442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9</a:t>
              </a:r>
              <a:endParaRPr lang="en-US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272CD5F-41A2-D577-3AD9-6D0F90908233}"/>
                </a:ext>
              </a:extLst>
            </p:cNvPr>
            <p:cNvSpPr txBox="1"/>
            <p:nvPr/>
          </p:nvSpPr>
          <p:spPr>
            <a:xfrm>
              <a:off x="7796207" y="450408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10</a:t>
              </a:r>
              <a:endParaRPr lang="en-US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75BE5AE-3047-E43E-E93D-8E9C70C3D18F}"/>
                </a:ext>
              </a:extLst>
            </p:cNvPr>
            <p:cNvSpPr txBox="1"/>
            <p:nvPr/>
          </p:nvSpPr>
          <p:spPr>
            <a:xfrm>
              <a:off x="7796207" y="4881975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11</a:t>
              </a:r>
              <a:endParaRPr lang="en-US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25FC509-CEA7-0216-F86C-BADC0ECAE62B}"/>
                </a:ext>
              </a:extLst>
            </p:cNvPr>
            <p:cNvSpPr txBox="1"/>
            <p:nvPr/>
          </p:nvSpPr>
          <p:spPr>
            <a:xfrm>
              <a:off x="7796207" y="525986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12</a:t>
              </a:r>
              <a:endParaRPr lang="en-US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01870BC7-FCAD-F1D7-DA02-A3CEFCC5DC75}"/>
                </a:ext>
              </a:extLst>
            </p:cNvPr>
            <p:cNvSpPr txBox="1"/>
            <p:nvPr/>
          </p:nvSpPr>
          <p:spPr>
            <a:xfrm>
              <a:off x="7851511" y="559668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</a:t>
              </a:r>
              <a:endParaRPr lang="en-US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E21BF2C-5691-AA6D-53D2-6B2BC537AC72}"/>
                </a:ext>
              </a:extLst>
            </p:cNvPr>
            <p:cNvSpPr txBox="1"/>
            <p:nvPr/>
          </p:nvSpPr>
          <p:spPr>
            <a:xfrm>
              <a:off x="7867503" y="595020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2</a:t>
              </a:r>
              <a:endParaRPr lang="en-US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00F206D-4BCD-E2BB-6A41-C7E3DDEAEF27}"/>
                </a:ext>
              </a:extLst>
            </p:cNvPr>
            <p:cNvSpPr txBox="1"/>
            <p:nvPr/>
          </p:nvSpPr>
          <p:spPr>
            <a:xfrm>
              <a:off x="7858059" y="627296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3</a:t>
              </a:r>
              <a:endParaRPr 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3AEE785-234A-D226-A15F-23E95E6E1A5A}"/>
                </a:ext>
              </a:extLst>
            </p:cNvPr>
            <p:cNvSpPr txBox="1"/>
            <p:nvPr/>
          </p:nvSpPr>
          <p:spPr>
            <a:xfrm>
              <a:off x="7858059" y="661109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4</a:t>
              </a:r>
              <a:endParaRPr lang="en-US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8C4A113-BFB6-B9B7-D62F-AE1D8F0A0FCE}"/>
                </a:ext>
              </a:extLst>
            </p:cNvPr>
            <p:cNvSpPr txBox="1"/>
            <p:nvPr/>
          </p:nvSpPr>
          <p:spPr>
            <a:xfrm>
              <a:off x="7858059" y="694928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5</a:t>
              </a:r>
              <a:endParaRPr lang="en-US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1357C91-EB45-C5A5-4626-7B521B4BB4F7}"/>
                </a:ext>
              </a:extLst>
            </p:cNvPr>
            <p:cNvSpPr txBox="1"/>
            <p:nvPr/>
          </p:nvSpPr>
          <p:spPr>
            <a:xfrm>
              <a:off x="7858059" y="725657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6</a:t>
              </a:r>
              <a:endParaRPr lang="en-US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DB78C62-6575-10D5-C4A0-69317A86EBCB}"/>
                </a:ext>
              </a:extLst>
            </p:cNvPr>
            <p:cNvSpPr txBox="1"/>
            <p:nvPr/>
          </p:nvSpPr>
          <p:spPr>
            <a:xfrm>
              <a:off x="7846932" y="756259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7</a:t>
              </a:r>
              <a:endParaRPr lang="en-US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28CFD10-ED99-5B96-0FE9-709A98ACE6F8}"/>
                </a:ext>
              </a:extLst>
            </p:cNvPr>
            <p:cNvSpPr txBox="1"/>
            <p:nvPr/>
          </p:nvSpPr>
          <p:spPr>
            <a:xfrm>
              <a:off x="7856331" y="791501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8</a:t>
              </a:r>
              <a:endParaRPr lang="en-US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2FCE8D3-01CB-7456-7751-3311B4849920}"/>
                </a:ext>
              </a:extLst>
            </p:cNvPr>
            <p:cNvSpPr txBox="1"/>
            <p:nvPr/>
          </p:nvSpPr>
          <p:spPr>
            <a:xfrm>
              <a:off x="7846932" y="81981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9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500D522-8C43-3EC7-9208-CA5113AE6C08}"/>
                </a:ext>
              </a:extLst>
            </p:cNvPr>
            <p:cNvSpPr txBox="1"/>
            <p:nvPr/>
          </p:nvSpPr>
          <p:spPr>
            <a:xfrm>
              <a:off x="7796207" y="85312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10</a:t>
              </a:r>
              <a:endParaRPr lang="en-US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97944937-A658-6F5F-AF37-40A6D830FA46}"/>
                </a:ext>
              </a:extLst>
            </p:cNvPr>
            <p:cNvSpPr txBox="1"/>
            <p:nvPr/>
          </p:nvSpPr>
          <p:spPr>
            <a:xfrm>
              <a:off x="7796207" y="885431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11</a:t>
              </a:r>
              <a:endParaRPr lang="en-US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0A71C9F-3FA3-A31D-CD93-553CC64EA21C}"/>
                </a:ext>
              </a:extLst>
            </p:cNvPr>
            <p:cNvSpPr txBox="1"/>
            <p:nvPr/>
          </p:nvSpPr>
          <p:spPr>
            <a:xfrm>
              <a:off x="7808366" y="91871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dirty="0"/>
                <a:t>12</a:t>
              </a:r>
              <a:endParaRPr lang="en-US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5244D85C-3D49-CB60-81A5-1B038EDD09C6}"/>
                </a:ext>
              </a:extLst>
            </p:cNvPr>
            <p:cNvSpPr txBox="1"/>
            <p:nvPr/>
          </p:nvSpPr>
          <p:spPr>
            <a:xfrm>
              <a:off x="7785203" y="287138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MA" sz="2400" dirty="0"/>
                <a:t>الشهر</a:t>
              </a:r>
              <a:endParaRPr lang="en-US" sz="2400" dirty="0"/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75E1148D-74F7-570B-582D-758BC802EB1A}"/>
              </a:ext>
            </a:extLst>
          </p:cNvPr>
          <p:cNvSpPr txBox="1"/>
          <p:nvPr/>
        </p:nvSpPr>
        <p:spPr>
          <a:xfrm>
            <a:off x="2538166" y="1186084"/>
            <a:ext cx="691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34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CCB9C6-8A22-3380-635F-AD1EB366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70934"/>
              </p:ext>
            </p:extLst>
          </p:nvPr>
        </p:nvGraphicFramePr>
        <p:xfrm>
          <a:off x="0" y="0"/>
          <a:ext cx="12192000" cy="6857998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17114559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882144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216600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84815031"/>
                    </a:ext>
                  </a:extLst>
                </a:gridCol>
              </a:tblGrid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المنصة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نوع البوست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المقاس بالبكسل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المقاس بالإنش تقريبًا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33381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 b="1">
                          <a:solidFill>
                            <a:schemeClr val="bg1"/>
                          </a:solidFill>
                        </a:rPr>
                        <a:t>إنستغرام</a:t>
                      </a:r>
                      <a:endParaRPr lang="ar-MA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بوست مربع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1080 × 1080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11.25 × 11.25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633081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بوست رأسي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1080 × 1350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11.25 × 14.06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975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بوست أفقي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1080 × 566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11.25 × 5.9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460093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 b="1" dirty="0">
                          <a:solidFill>
                            <a:schemeClr val="bg1"/>
                          </a:solidFill>
                        </a:rPr>
                        <a:t>فيسبوك</a:t>
                      </a:r>
                      <a:endParaRPr lang="ar-MA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بوست عام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1200 × 630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12.5 × 6.56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701270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 b="1">
                          <a:solidFill>
                            <a:schemeClr val="bg1"/>
                          </a:solidFill>
                        </a:rPr>
                        <a:t>تويتر</a:t>
                      </a:r>
                      <a:endParaRPr lang="ar-MA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بوست تغريدة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1200 × 675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px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12.5 × 7.03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491703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MA">
                          <a:solidFill>
                            <a:schemeClr val="bg1"/>
                          </a:solidFill>
                        </a:rPr>
                        <a:t>بوست عام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1200 × 627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12.5 × 6.53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37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020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6FAC-EB6D-AF2D-62BE-D8C5016F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F7E4FF-E1F3-E0D0-1EBE-F0A81C612CB0}"/>
              </a:ext>
            </a:extLst>
          </p:cNvPr>
          <p:cNvGrpSpPr/>
          <p:nvPr/>
        </p:nvGrpSpPr>
        <p:grpSpPr>
          <a:xfrm>
            <a:off x="1331976" y="-3712464"/>
            <a:ext cx="9528048" cy="14282928"/>
            <a:chOff x="1331976" y="-3712464"/>
            <a:chExt cx="9528048" cy="1428292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76E82E-2E4C-9304-681D-6C50BCA8421D}"/>
                </a:ext>
              </a:extLst>
            </p:cNvPr>
            <p:cNvSpPr/>
            <p:nvPr/>
          </p:nvSpPr>
          <p:spPr>
            <a:xfrm>
              <a:off x="1331976" y="-3712464"/>
              <a:ext cx="9528048" cy="14282928"/>
            </a:xfrm>
            <a:prstGeom prst="rect">
              <a:avLst/>
            </a:prstGeom>
            <a:blipFill dpi="0" rotWithShape="1">
              <a:blip r:embed="rId2">
                <a:alphaModFix amt="56000"/>
              </a:blip>
              <a:srcRect/>
              <a:stretch>
                <a:fillRect l="-40000" t="-40000" r="-40000" b="-400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1DE4ED-F2A8-88F1-9B76-F57BFA10203D}"/>
                </a:ext>
              </a:extLst>
            </p:cNvPr>
            <p:cNvSpPr/>
            <p:nvPr/>
          </p:nvSpPr>
          <p:spPr>
            <a:xfrm>
              <a:off x="1331976" y="-3712464"/>
              <a:ext cx="9528048" cy="14282928"/>
            </a:xfrm>
            <a:prstGeom prst="rect">
              <a:avLst/>
            </a:prstGeom>
            <a:solidFill>
              <a:schemeClr val="bg2">
                <a:lumMod val="10000"/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54541B-D93C-DC0D-8CFC-EB6945B30BD7}"/>
                </a:ext>
              </a:extLst>
            </p:cNvPr>
            <p:cNvSpPr txBox="1"/>
            <p:nvPr/>
          </p:nvSpPr>
          <p:spPr>
            <a:xfrm>
              <a:off x="4400952" y="-3128876"/>
              <a:ext cx="339009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ar-MA" sz="6000" b="1" dirty="0">
                  <a:ln w="0">
                    <a:solidFill>
                      <a:srgbClr val="FFC000"/>
                    </a:solidFill>
                  </a:ln>
                  <a:solidFill>
                    <a:srgbClr val="FFC000"/>
                  </a:solidFill>
                </a:rPr>
                <a:t>77</a:t>
              </a:r>
              <a:r>
                <a:rPr lang="en-US" sz="6000" b="1" dirty="0">
                  <a:ln w="0">
                    <a:solidFill>
                      <a:srgbClr val="FFC000"/>
                    </a:solidFill>
                  </a:ln>
                  <a:solidFill>
                    <a:srgbClr val="FFC000"/>
                  </a:solidFill>
                </a:rPr>
                <a:t>cod-</a:t>
              </a:r>
              <a:r>
                <a:rPr lang="en-US" sz="6000" b="1" dirty="0" err="1">
                  <a:ln w="0">
                    <a:solidFill>
                      <a:srgbClr val="FFC000"/>
                    </a:solidFill>
                  </a:ln>
                  <a:solidFill>
                    <a:srgbClr val="FFC000"/>
                  </a:solidFill>
                </a:rPr>
                <a:t>ing</a:t>
              </a:r>
              <a:endParaRPr lang="en-US" sz="6000" b="1" dirty="0">
                <a:ln w="0">
                  <a:solidFill>
                    <a:srgbClr val="FFC000"/>
                  </a:solidFill>
                </a:ln>
                <a:solidFill>
                  <a:srgbClr val="FFC000"/>
                </a:solidFill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BEF511-0A58-4B41-8A0F-8FAB8141DC34}"/>
                </a:ext>
              </a:extLst>
            </p:cNvPr>
            <p:cNvCxnSpPr>
              <a:cxnSpLocks/>
            </p:cNvCxnSpPr>
            <p:nvPr/>
          </p:nvCxnSpPr>
          <p:spPr>
            <a:xfrm>
              <a:off x="8112369" y="-2620106"/>
              <a:ext cx="2368061" cy="0"/>
            </a:xfrm>
            <a:prstGeom prst="line">
              <a:avLst/>
            </a:prstGeom>
            <a:ln w="22225">
              <a:gradFill>
                <a:gsLst>
                  <a:gs pos="0">
                    <a:srgbClr val="FFC000">
                      <a:alpha val="0"/>
                    </a:srgbClr>
                  </a:gs>
                  <a:gs pos="60000">
                    <a:srgbClr val="FFC000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9899775-DB50-AC34-73D7-058040DA98B5}"/>
                </a:ext>
              </a:extLst>
            </p:cNvPr>
            <p:cNvCxnSpPr>
              <a:cxnSpLocks/>
            </p:cNvCxnSpPr>
            <p:nvPr/>
          </p:nvCxnSpPr>
          <p:spPr>
            <a:xfrm>
              <a:off x="1793630" y="-2621044"/>
              <a:ext cx="2368061" cy="0"/>
            </a:xfrm>
            <a:prstGeom prst="line">
              <a:avLst/>
            </a:prstGeom>
            <a:ln w="22225">
              <a:gradFill>
                <a:gsLst>
                  <a:gs pos="100000">
                    <a:srgbClr val="FFC000">
                      <a:alpha val="0"/>
                    </a:srgbClr>
                  </a:gs>
                  <a:gs pos="32000">
                    <a:srgbClr val="FFC000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54A7772-74F5-78BF-EB5C-7D3604F3686F}"/>
                </a:ext>
              </a:extLst>
            </p:cNvPr>
            <p:cNvSpPr/>
            <p:nvPr/>
          </p:nvSpPr>
          <p:spPr>
            <a:xfrm>
              <a:off x="3071444" y="766246"/>
              <a:ext cx="6049108" cy="4173413"/>
            </a:xfrm>
            <a:prstGeom prst="roundRect">
              <a:avLst/>
            </a:prstGeom>
            <a:blipFill dpi="0" rotWithShape="1">
              <a:blip r:embed="rId3"/>
              <a:srcRect/>
              <a:stretch>
                <a:fillRect l="-40000" t="-40000" r="-40000" b="-40000"/>
              </a:stretch>
            </a:blipFill>
            <a:ln>
              <a:solidFill>
                <a:schemeClr val="bg1"/>
              </a:solidFill>
            </a:ln>
            <a:effectLst>
              <a:outerShdw blurRad="266700" dist="38100" dir="198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C3AC635-931E-622C-A66B-FFC2B0DD3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360" t="12856" r="39675" b="13749"/>
            <a:stretch>
              <a:fillRect/>
            </a:stretch>
          </p:blipFill>
          <p:spPr>
            <a:xfrm>
              <a:off x="1971089" y="5447489"/>
              <a:ext cx="4498146" cy="2560168"/>
            </a:xfrm>
            <a:prstGeom prst="rect">
              <a:avLst/>
            </a:prstGeom>
            <a:effectLst>
              <a:outerShdw blurRad="393700" dist="50800" dir="5400000" algn="ctr" rotWithShape="0">
                <a:schemeClr val="bg1"/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CA8D3FB-58C9-FCEC-2A12-C6952EC1B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76" t="9417" r="33167" b="10523"/>
            <a:stretch>
              <a:fillRect/>
            </a:stretch>
          </p:blipFill>
          <p:spPr>
            <a:xfrm>
              <a:off x="4400952" y="7335363"/>
              <a:ext cx="6096000" cy="2776154"/>
            </a:xfrm>
            <a:prstGeom prst="rect">
              <a:avLst/>
            </a:prstGeom>
            <a:effectLst>
              <a:outerShdw blurRad="393700" dist="50800" dir="5400000" algn="ctr" rotWithShape="0">
                <a:schemeClr val="bg1"/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3327DB-6166-E6F8-861F-54BC10ED8566}"/>
                </a:ext>
              </a:extLst>
            </p:cNvPr>
            <p:cNvSpPr txBox="1"/>
            <p:nvPr/>
          </p:nvSpPr>
          <p:spPr>
            <a:xfrm>
              <a:off x="9860957" y="6960227"/>
              <a:ext cx="545021" cy="461665"/>
            </a:xfrm>
            <a:prstGeom prst="rect">
              <a:avLst/>
            </a:prstGeom>
            <a:noFill/>
          </p:spPr>
          <p:txBody>
            <a:bodyPr wrap="none" numCol="2" spcCol="82296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C8604"/>
                  </a:solidFill>
                </a:rPr>
                <a:t>&lt;&gt;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EBDE7F-6A3D-A250-E920-9175BB375372}"/>
                </a:ext>
              </a:extLst>
            </p:cNvPr>
            <p:cNvSpPr txBox="1"/>
            <p:nvPr/>
          </p:nvSpPr>
          <p:spPr>
            <a:xfrm>
              <a:off x="5926721" y="5072353"/>
              <a:ext cx="338554" cy="461665"/>
            </a:xfrm>
            <a:prstGeom prst="rect">
              <a:avLst/>
            </a:prstGeom>
            <a:noFill/>
          </p:spPr>
          <p:txBody>
            <a:bodyPr wrap="none" numCol="2" spcCol="82296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5C6FF"/>
                  </a:solidFill>
                </a:rPr>
                <a:t>#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F23A16-216A-938D-0B8A-0E4F597DC1E5}"/>
                </a:ext>
              </a:extLst>
            </p:cNvPr>
            <p:cNvSpPr txBox="1"/>
            <p:nvPr/>
          </p:nvSpPr>
          <p:spPr>
            <a:xfrm>
              <a:off x="1651532" y="-2306734"/>
              <a:ext cx="8888931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600" b="1" i="1" u="sng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Click on the image to go to the website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4702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8C04AF-6C41-8CF6-EA59-A8BC3B02FAAC}"/>
              </a:ext>
            </a:extLst>
          </p:cNvPr>
          <p:cNvSpPr/>
          <p:nvPr/>
        </p:nvSpPr>
        <p:spPr>
          <a:xfrm rot="11577031">
            <a:off x="5844171" y="991062"/>
            <a:ext cx="5787301" cy="4571076"/>
          </a:xfrm>
          <a:custGeom>
            <a:avLst/>
            <a:gdLst>
              <a:gd name="connsiteX0" fmla="*/ 2710697 w 5787301"/>
              <a:gd name="connsiteY0" fmla="*/ 0 h 4571076"/>
              <a:gd name="connsiteX1" fmla="*/ 74177 w 5787301"/>
              <a:gd name="connsiteY1" fmla="*/ 4069080 h 4571076"/>
              <a:gd name="connsiteX2" fmla="*/ 5735837 w 5787301"/>
              <a:gd name="connsiteY2" fmla="*/ 4061460 h 4571076"/>
              <a:gd name="connsiteX3" fmla="*/ 2710697 w 5787301"/>
              <a:gd name="connsiteY3" fmla="*/ 0 h 457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7301" h="4571076">
                <a:moveTo>
                  <a:pt x="2710697" y="0"/>
                </a:moveTo>
                <a:cubicBezTo>
                  <a:pt x="1767087" y="1270"/>
                  <a:pt x="-430013" y="3392170"/>
                  <a:pt x="74177" y="4069080"/>
                </a:cubicBezTo>
                <a:cubicBezTo>
                  <a:pt x="578367" y="4745990"/>
                  <a:pt x="5293877" y="4733290"/>
                  <a:pt x="5735837" y="4061460"/>
                </a:cubicBezTo>
                <a:cubicBezTo>
                  <a:pt x="6177797" y="3389630"/>
                  <a:pt x="3654307" y="-1270"/>
                  <a:pt x="271069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36018B-E96A-7E8E-912E-489D5E9A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880" y="2286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0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FE2EE-82A8-31B5-46A1-A0AB645E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DE70A0-F99A-5B25-FCBE-B757931D793D}"/>
              </a:ext>
            </a:extLst>
          </p:cNvPr>
          <p:cNvSpPr/>
          <p:nvPr/>
        </p:nvSpPr>
        <p:spPr>
          <a:xfrm rot="11577031">
            <a:off x="5844171" y="991062"/>
            <a:ext cx="5787301" cy="4571076"/>
          </a:xfrm>
          <a:custGeom>
            <a:avLst/>
            <a:gdLst>
              <a:gd name="connsiteX0" fmla="*/ 2710697 w 5787301"/>
              <a:gd name="connsiteY0" fmla="*/ 0 h 4571076"/>
              <a:gd name="connsiteX1" fmla="*/ 74177 w 5787301"/>
              <a:gd name="connsiteY1" fmla="*/ 4069080 h 4571076"/>
              <a:gd name="connsiteX2" fmla="*/ 5735837 w 5787301"/>
              <a:gd name="connsiteY2" fmla="*/ 4061460 h 4571076"/>
              <a:gd name="connsiteX3" fmla="*/ 2710697 w 5787301"/>
              <a:gd name="connsiteY3" fmla="*/ 0 h 457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7301" h="4571076">
                <a:moveTo>
                  <a:pt x="2710697" y="0"/>
                </a:moveTo>
                <a:cubicBezTo>
                  <a:pt x="1767087" y="1270"/>
                  <a:pt x="-430013" y="3392170"/>
                  <a:pt x="74177" y="4069080"/>
                </a:cubicBezTo>
                <a:cubicBezTo>
                  <a:pt x="578367" y="4745990"/>
                  <a:pt x="5293877" y="4733290"/>
                  <a:pt x="5735837" y="4061460"/>
                </a:cubicBezTo>
                <a:cubicBezTo>
                  <a:pt x="6177797" y="3389630"/>
                  <a:pt x="3654307" y="-1270"/>
                  <a:pt x="2710697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F71B2A3-A39F-2F06-4714-326ACD6F7145}"/>
              </a:ext>
            </a:extLst>
          </p:cNvPr>
          <p:cNvSpPr/>
          <p:nvPr/>
        </p:nvSpPr>
        <p:spPr>
          <a:xfrm>
            <a:off x="6737927" y="-301749"/>
            <a:ext cx="4260916" cy="5473518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D6C15-5F25-9DDF-9D62-7068FC2C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794CFF-DCA7-AE95-9A4B-BE6D8A69E4C1}"/>
              </a:ext>
            </a:extLst>
          </p:cNvPr>
          <p:cNvSpPr/>
          <p:nvPr/>
        </p:nvSpPr>
        <p:spPr>
          <a:xfrm rot="11577031">
            <a:off x="5844171" y="991062"/>
            <a:ext cx="5787301" cy="4571076"/>
          </a:xfrm>
          <a:custGeom>
            <a:avLst/>
            <a:gdLst>
              <a:gd name="connsiteX0" fmla="*/ 2710697 w 5787301"/>
              <a:gd name="connsiteY0" fmla="*/ 0 h 4571076"/>
              <a:gd name="connsiteX1" fmla="*/ 74177 w 5787301"/>
              <a:gd name="connsiteY1" fmla="*/ 4069080 h 4571076"/>
              <a:gd name="connsiteX2" fmla="*/ 5735837 w 5787301"/>
              <a:gd name="connsiteY2" fmla="*/ 4061460 h 4571076"/>
              <a:gd name="connsiteX3" fmla="*/ 2710697 w 5787301"/>
              <a:gd name="connsiteY3" fmla="*/ 0 h 457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7301" h="4571076">
                <a:moveTo>
                  <a:pt x="2710697" y="0"/>
                </a:moveTo>
                <a:cubicBezTo>
                  <a:pt x="1767087" y="1270"/>
                  <a:pt x="-430013" y="3392170"/>
                  <a:pt x="74177" y="4069080"/>
                </a:cubicBezTo>
                <a:cubicBezTo>
                  <a:pt x="578367" y="4745990"/>
                  <a:pt x="5293877" y="4733290"/>
                  <a:pt x="5735837" y="4061460"/>
                </a:cubicBezTo>
                <a:cubicBezTo>
                  <a:pt x="6177797" y="3389630"/>
                  <a:pt x="3654307" y="-1270"/>
                  <a:pt x="2710697" y="0"/>
                </a:cubicBezTo>
                <a:close/>
              </a:path>
            </a:pathLst>
          </a:custGeom>
          <a:solidFill>
            <a:schemeClr val="accent1"/>
          </a:solidFill>
          <a:effectLst>
            <a:innerShdw blurRad="571500" dist="241300" dir="15000000">
              <a:schemeClr val="bg1">
                <a:lumMod val="9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1A1290-7564-0DB9-41A8-15C7A1850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856" y="-201125"/>
            <a:ext cx="4572000" cy="575179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661A6ED-220B-499B-F498-16E3946FE9C4}"/>
              </a:ext>
            </a:extLst>
          </p:cNvPr>
          <p:cNvSpPr/>
          <p:nvPr/>
        </p:nvSpPr>
        <p:spPr>
          <a:xfrm rot="11577031">
            <a:off x="-613413" y="-1278951"/>
            <a:ext cx="13418827" cy="9415902"/>
          </a:xfrm>
          <a:custGeom>
            <a:avLst/>
            <a:gdLst>
              <a:gd name="connsiteX0" fmla="*/ 13418827 w 13418827"/>
              <a:gd name="connsiteY0" fmla="*/ 6683560 h 9415902"/>
              <a:gd name="connsiteX1" fmla="*/ 1536943 w 13418827"/>
              <a:gd name="connsiteY1" fmla="*/ 9415902 h 9415902"/>
              <a:gd name="connsiteX2" fmla="*/ 0 w 13418827"/>
              <a:gd name="connsiteY2" fmla="*/ 2732343 h 9415902"/>
              <a:gd name="connsiteX3" fmla="*/ 11881884 w 13418827"/>
              <a:gd name="connsiteY3" fmla="*/ 0 h 9415902"/>
              <a:gd name="connsiteX4" fmla="*/ 13418827 w 13418827"/>
              <a:gd name="connsiteY4" fmla="*/ 6683560 h 9415902"/>
              <a:gd name="connsiteX5" fmla="*/ 6367732 w 13418827"/>
              <a:gd name="connsiteY5" fmla="*/ 7532639 h 9415902"/>
              <a:gd name="connsiteX6" fmla="*/ 7011130 w 13418827"/>
              <a:gd name="connsiteY6" fmla="*/ 7224454 h 9415902"/>
              <a:gd name="connsiteX7" fmla="*/ 3985990 w 13418827"/>
              <a:gd name="connsiteY7" fmla="*/ 3162994 h 9415902"/>
              <a:gd name="connsiteX8" fmla="*/ 1349470 w 13418827"/>
              <a:gd name="connsiteY8" fmla="*/ 7232074 h 9415902"/>
              <a:gd name="connsiteX9" fmla="*/ 6367732 w 13418827"/>
              <a:gd name="connsiteY9" fmla="*/ 7532639 h 9415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418827" h="9415902">
                <a:moveTo>
                  <a:pt x="13418827" y="6683560"/>
                </a:moveTo>
                <a:lnTo>
                  <a:pt x="1536943" y="9415902"/>
                </a:lnTo>
                <a:lnTo>
                  <a:pt x="0" y="2732343"/>
                </a:lnTo>
                <a:lnTo>
                  <a:pt x="11881884" y="0"/>
                </a:lnTo>
                <a:lnTo>
                  <a:pt x="13418827" y="6683560"/>
                </a:lnTo>
                <a:close/>
                <a:moveTo>
                  <a:pt x="6367732" y="7532639"/>
                </a:moveTo>
                <a:cubicBezTo>
                  <a:pt x="6695153" y="7453217"/>
                  <a:pt x="6928262" y="7350422"/>
                  <a:pt x="7011130" y="7224454"/>
                </a:cubicBezTo>
                <a:cubicBezTo>
                  <a:pt x="7453090" y="6552624"/>
                  <a:pt x="4929600" y="3161723"/>
                  <a:pt x="3985990" y="3162994"/>
                </a:cubicBezTo>
                <a:cubicBezTo>
                  <a:pt x="3042380" y="3164264"/>
                  <a:pt x="845280" y="6555164"/>
                  <a:pt x="1349470" y="7232074"/>
                </a:cubicBezTo>
                <a:cubicBezTo>
                  <a:pt x="1759124" y="7782063"/>
                  <a:pt x="4948908" y="7876802"/>
                  <a:pt x="6367732" y="753263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1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235A7-5909-BACE-AF31-60F18FD0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0A435A-0C54-E08F-5451-1B9E9CCDC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-428026"/>
            <a:ext cx="6372932" cy="6372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7B0C50-32AE-4AFE-18C1-BF6A15954D15}"/>
              </a:ext>
            </a:extLst>
          </p:cNvPr>
          <p:cNvGrpSpPr/>
          <p:nvPr/>
        </p:nvGrpSpPr>
        <p:grpSpPr>
          <a:xfrm>
            <a:off x="-613414" y="-1278952"/>
            <a:ext cx="13418827" cy="9457381"/>
            <a:chOff x="-613414" y="-1278952"/>
            <a:chExt cx="13418827" cy="945738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93638D4-D2DD-DE3B-582A-C7FF62684293}"/>
                </a:ext>
              </a:extLst>
            </p:cNvPr>
            <p:cNvSpPr/>
            <p:nvPr/>
          </p:nvSpPr>
          <p:spPr>
            <a:xfrm rot="11577031">
              <a:off x="-613414" y="-1278952"/>
              <a:ext cx="13418827" cy="9415902"/>
            </a:xfrm>
            <a:custGeom>
              <a:avLst/>
              <a:gdLst>
                <a:gd name="connsiteX0" fmla="*/ 13418827 w 13418827"/>
                <a:gd name="connsiteY0" fmla="*/ 6683560 h 9415902"/>
                <a:gd name="connsiteX1" fmla="*/ 1536943 w 13418827"/>
                <a:gd name="connsiteY1" fmla="*/ 9415902 h 9415902"/>
                <a:gd name="connsiteX2" fmla="*/ 0 w 13418827"/>
                <a:gd name="connsiteY2" fmla="*/ 2732343 h 9415902"/>
                <a:gd name="connsiteX3" fmla="*/ 11881884 w 13418827"/>
                <a:gd name="connsiteY3" fmla="*/ 0 h 9415902"/>
                <a:gd name="connsiteX4" fmla="*/ 13418827 w 13418827"/>
                <a:gd name="connsiteY4" fmla="*/ 6683560 h 9415902"/>
                <a:gd name="connsiteX5" fmla="*/ 6367732 w 13418827"/>
                <a:gd name="connsiteY5" fmla="*/ 7532639 h 9415902"/>
                <a:gd name="connsiteX6" fmla="*/ 7011130 w 13418827"/>
                <a:gd name="connsiteY6" fmla="*/ 7224454 h 9415902"/>
                <a:gd name="connsiteX7" fmla="*/ 3985990 w 13418827"/>
                <a:gd name="connsiteY7" fmla="*/ 3162994 h 9415902"/>
                <a:gd name="connsiteX8" fmla="*/ 1349470 w 13418827"/>
                <a:gd name="connsiteY8" fmla="*/ 7232074 h 9415902"/>
                <a:gd name="connsiteX9" fmla="*/ 6367732 w 13418827"/>
                <a:gd name="connsiteY9" fmla="*/ 7532639 h 9415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18827" h="9415902">
                  <a:moveTo>
                    <a:pt x="13418827" y="6683560"/>
                  </a:moveTo>
                  <a:lnTo>
                    <a:pt x="1536943" y="9415902"/>
                  </a:lnTo>
                  <a:lnTo>
                    <a:pt x="0" y="2732343"/>
                  </a:lnTo>
                  <a:lnTo>
                    <a:pt x="11881884" y="0"/>
                  </a:lnTo>
                  <a:lnTo>
                    <a:pt x="13418827" y="6683560"/>
                  </a:lnTo>
                  <a:close/>
                  <a:moveTo>
                    <a:pt x="6367732" y="7532639"/>
                  </a:moveTo>
                  <a:cubicBezTo>
                    <a:pt x="6695153" y="7453217"/>
                    <a:pt x="6928262" y="7350422"/>
                    <a:pt x="7011130" y="7224454"/>
                  </a:cubicBezTo>
                  <a:cubicBezTo>
                    <a:pt x="7453090" y="6552624"/>
                    <a:pt x="4929600" y="3161723"/>
                    <a:pt x="3985990" y="3162994"/>
                  </a:cubicBezTo>
                  <a:cubicBezTo>
                    <a:pt x="3042380" y="3164264"/>
                    <a:pt x="845280" y="6555164"/>
                    <a:pt x="1349470" y="7232074"/>
                  </a:cubicBezTo>
                  <a:cubicBezTo>
                    <a:pt x="1759124" y="7782063"/>
                    <a:pt x="4948908" y="7876802"/>
                    <a:pt x="6367732" y="75326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11D0E86-E2F3-62DE-5C01-5A01E6670ACF}"/>
                </a:ext>
              </a:extLst>
            </p:cNvPr>
            <p:cNvSpPr/>
            <p:nvPr/>
          </p:nvSpPr>
          <p:spPr>
            <a:xfrm rot="11577031">
              <a:off x="-247963" y="1940931"/>
              <a:ext cx="12687925" cy="6237498"/>
            </a:xfrm>
            <a:custGeom>
              <a:avLst/>
              <a:gdLst>
                <a:gd name="connsiteX0" fmla="*/ 12687925 w 12687925"/>
                <a:gd name="connsiteY0" fmla="*/ 3505156 h 6237498"/>
                <a:gd name="connsiteX1" fmla="*/ 6077954 w 12687925"/>
                <a:gd name="connsiteY1" fmla="*/ 5025176 h 6237498"/>
                <a:gd name="connsiteX2" fmla="*/ 6018148 w 12687925"/>
                <a:gd name="connsiteY2" fmla="*/ 4941311 h 6237498"/>
                <a:gd name="connsiteX3" fmla="*/ 3985990 w 12687925"/>
                <a:gd name="connsiteY3" fmla="*/ 3162993 h 6237498"/>
                <a:gd name="connsiteX4" fmla="*/ 1547495 w 12687925"/>
                <a:gd name="connsiteY4" fmla="*/ 5988624 h 6237498"/>
                <a:gd name="connsiteX5" fmla="*/ 1510188 w 12687925"/>
                <a:gd name="connsiteY5" fmla="*/ 6075574 h 6237498"/>
                <a:gd name="connsiteX6" fmla="*/ 806042 w 12687925"/>
                <a:gd name="connsiteY6" fmla="*/ 6237498 h 6237498"/>
                <a:gd name="connsiteX7" fmla="*/ 0 w 12687925"/>
                <a:gd name="connsiteY7" fmla="*/ 2732342 h 6237498"/>
                <a:gd name="connsiteX8" fmla="*/ 11881884 w 12687925"/>
                <a:gd name="connsiteY8" fmla="*/ 0 h 6237498"/>
                <a:gd name="connsiteX9" fmla="*/ 12687925 w 12687925"/>
                <a:gd name="connsiteY9" fmla="*/ 3505156 h 623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87925" h="6237498">
                  <a:moveTo>
                    <a:pt x="12687925" y="3505156"/>
                  </a:moveTo>
                  <a:lnTo>
                    <a:pt x="6077954" y="5025176"/>
                  </a:lnTo>
                  <a:lnTo>
                    <a:pt x="6018148" y="4941311"/>
                  </a:lnTo>
                  <a:cubicBezTo>
                    <a:pt x="5324570" y="4009766"/>
                    <a:pt x="4457795" y="3162358"/>
                    <a:pt x="3985990" y="3162993"/>
                  </a:cubicBezTo>
                  <a:cubicBezTo>
                    <a:pt x="3337259" y="3163866"/>
                    <a:pt x="2096057" y="4766870"/>
                    <a:pt x="1547495" y="5988624"/>
                  </a:cubicBezTo>
                  <a:lnTo>
                    <a:pt x="1510188" y="6075574"/>
                  </a:lnTo>
                  <a:lnTo>
                    <a:pt x="806042" y="6237498"/>
                  </a:lnTo>
                  <a:lnTo>
                    <a:pt x="0" y="2732342"/>
                  </a:lnTo>
                  <a:lnTo>
                    <a:pt x="11881884" y="0"/>
                  </a:lnTo>
                  <a:lnTo>
                    <a:pt x="12687925" y="3505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009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156C9-F5FC-E6C9-3B40-BA249686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F83753-5BBA-B122-B980-A83076499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-428026"/>
            <a:ext cx="6372932" cy="6372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CCA01B0-0545-9558-7BF4-1A5D04C56668}"/>
              </a:ext>
            </a:extLst>
          </p:cNvPr>
          <p:cNvGrpSpPr/>
          <p:nvPr/>
        </p:nvGrpSpPr>
        <p:grpSpPr>
          <a:xfrm>
            <a:off x="-613414" y="-1278952"/>
            <a:ext cx="13418827" cy="9457381"/>
            <a:chOff x="-613414" y="-1278952"/>
            <a:chExt cx="13418827" cy="945738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3133AD0-137F-61FB-F6DB-1D524A05E6B9}"/>
                </a:ext>
              </a:extLst>
            </p:cNvPr>
            <p:cNvSpPr/>
            <p:nvPr/>
          </p:nvSpPr>
          <p:spPr>
            <a:xfrm rot="11577031">
              <a:off x="-613414" y="-1278952"/>
              <a:ext cx="13418827" cy="9415902"/>
            </a:xfrm>
            <a:custGeom>
              <a:avLst/>
              <a:gdLst>
                <a:gd name="connsiteX0" fmla="*/ 13418827 w 13418827"/>
                <a:gd name="connsiteY0" fmla="*/ 6683560 h 9415902"/>
                <a:gd name="connsiteX1" fmla="*/ 1536943 w 13418827"/>
                <a:gd name="connsiteY1" fmla="*/ 9415902 h 9415902"/>
                <a:gd name="connsiteX2" fmla="*/ 0 w 13418827"/>
                <a:gd name="connsiteY2" fmla="*/ 2732343 h 9415902"/>
                <a:gd name="connsiteX3" fmla="*/ 11881884 w 13418827"/>
                <a:gd name="connsiteY3" fmla="*/ 0 h 9415902"/>
                <a:gd name="connsiteX4" fmla="*/ 13418827 w 13418827"/>
                <a:gd name="connsiteY4" fmla="*/ 6683560 h 9415902"/>
                <a:gd name="connsiteX5" fmla="*/ 6367732 w 13418827"/>
                <a:gd name="connsiteY5" fmla="*/ 7532639 h 9415902"/>
                <a:gd name="connsiteX6" fmla="*/ 7011130 w 13418827"/>
                <a:gd name="connsiteY6" fmla="*/ 7224454 h 9415902"/>
                <a:gd name="connsiteX7" fmla="*/ 3985990 w 13418827"/>
                <a:gd name="connsiteY7" fmla="*/ 3162994 h 9415902"/>
                <a:gd name="connsiteX8" fmla="*/ 1349470 w 13418827"/>
                <a:gd name="connsiteY8" fmla="*/ 7232074 h 9415902"/>
                <a:gd name="connsiteX9" fmla="*/ 6367732 w 13418827"/>
                <a:gd name="connsiteY9" fmla="*/ 7532639 h 9415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18827" h="9415902">
                  <a:moveTo>
                    <a:pt x="13418827" y="6683560"/>
                  </a:moveTo>
                  <a:lnTo>
                    <a:pt x="1536943" y="9415902"/>
                  </a:lnTo>
                  <a:lnTo>
                    <a:pt x="0" y="2732343"/>
                  </a:lnTo>
                  <a:lnTo>
                    <a:pt x="11881884" y="0"/>
                  </a:lnTo>
                  <a:lnTo>
                    <a:pt x="13418827" y="6683560"/>
                  </a:lnTo>
                  <a:close/>
                  <a:moveTo>
                    <a:pt x="6367732" y="7532639"/>
                  </a:moveTo>
                  <a:cubicBezTo>
                    <a:pt x="6695153" y="7453217"/>
                    <a:pt x="6928262" y="7350422"/>
                    <a:pt x="7011130" y="7224454"/>
                  </a:cubicBezTo>
                  <a:cubicBezTo>
                    <a:pt x="7453090" y="6552624"/>
                    <a:pt x="4929600" y="3161723"/>
                    <a:pt x="3985990" y="3162994"/>
                  </a:cubicBezTo>
                  <a:cubicBezTo>
                    <a:pt x="3042380" y="3164264"/>
                    <a:pt x="845280" y="6555164"/>
                    <a:pt x="1349470" y="7232074"/>
                  </a:cubicBezTo>
                  <a:cubicBezTo>
                    <a:pt x="1759124" y="7782063"/>
                    <a:pt x="4948908" y="7876802"/>
                    <a:pt x="6367732" y="75326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9A2526-A4FD-17A6-7FB3-ABA85AA735FD}"/>
                </a:ext>
              </a:extLst>
            </p:cNvPr>
            <p:cNvSpPr/>
            <p:nvPr/>
          </p:nvSpPr>
          <p:spPr>
            <a:xfrm rot="11577031">
              <a:off x="-247963" y="1940931"/>
              <a:ext cx="12687925" cy="6237498"/>
            </a:xfrm>
            <a:custGeom>
              <a:avLst/>
              <a:gdLst>
                <a:gd name="connsiteX0" fmla="*/ 12687925 w 12687925"/>
                <a:gd name="connsiteY0" fmla="*/ 3505156 h 6237498"/>
                <a:gd name="connsiteX1" fmla="*/ 6077954 w 12687925"/>
                <a:gd name="connsiteY1" fmla="*/ 5025176 h 6237498"/>
                <a:gd name="connsiteX2" fmla="*/ 6018148 w 12687925"/>
                <a:gd name="connsiteY2" fmla="*/ 4941311 h 6237498"/>
                <a:gd name="connsiteX3" fmla="*/ 3985990 w 12687925"/>
                <a:gd name="connsiteY3" fmla="*/ 3162993 h 6237498"/>
                <a:gd name="connsiteX4" fmla="*/ 1547495 w 12687925"/>
                <a:gd name="connsiteY4" fmla="*/ 5988624 h 6237498"/>
                <a:gd name="connsiteX5" fmla="*/ 1510188 w 12687925"/>
                <a:gd name="connsiteY5" fmla="*/ 6075574 h 6237498"/>
                <a:gd name="connsiteX6" fmla="*/ 806042 w 12687925"/>
                <a:gd name="connsiteY6" fmla="*/ 6237498 h 6237498"/>
                <a:gd name="connsiteX7" fmla="*/ 0 w 12687925"/>
                <a:gd name="connsiteY7" fmla="*/ 2732342 h 6237498"/>
                <a:gd name="connsiteX8" fmla="*/ 11881884 w 12687925"/>
                <a:gd name="connsiteY8" fmla="*/ 0 h 6237498"/>
                <a:gd name="connsiteX9" fmla="*/ 12687925 w 12687925"/>
                <a:gd name="connsiteY9" fmla="*/ 3505156 h 623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87925" h="6237498">
                  <a:moveTo>
                    <a:pt x="12687925" y="3505156"/>
                  </a:moveTo>
                  <a:lnTo>
                    <a:pt x="6077954" y="5025176"/>
                  </a:lnTo>
                  <a:lnTo>
                    <a:pt x="6018148" y="4941311"/>
                  </a:lnTo>
                  <a:cubicBezTo>
                    <a:pt x="5324570" y="4009766"/>
                    <a:pt x="4457795" y="3162358"/>
                    <a:pt x="3985990" y="3162993"/>
                  </a:cubicBezTo>
                  <a:cubicBezTo>
                    <a:pt x="3337259" y="3163866"/>
                    <a:pt x="2096057" y="4766870"/>
                    <a:pt x="1547495" y="5988624"/>
                  </a:cubicBezTo>
                  <a:lnTo>
                    <a:pt x="1510188" y="6075574"/>
                  </a:lnTo>
                  <a:lnTo>
                    <a:pt x="806042" y="6237498"/>
                  </a:lnTo>
                  <a:lnTo>
                    <a:pt x="0" y="2732342"/>
                  </a:lnTo>
                  <a:lnTo>
                    <a:pt x="11881884" y="0"/>
                  </a:lnTo>
                  <a:lnTo>
                    <a:pt x="12687925" y="3505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Half Frame 2">
            <a:extLst>
              <a:ext uri="{FF2B5EF4-FFF2-40B4-BE49-F238E27FC236}">
                <a16:creationId xmlns:a16="http://schemas.microsoft.com/office/drawing/2014/main" id="{DCCD6F0D-461E-C3C0-3580-28EB99E2D78A}"/>
              </a:ext>
            </a:extLst>
          </p:cNvPr>
          <p:cNvSpPr/>
          <p:nvPr/>
        </p:nvSpPr>
        <p:spPr>
          <a:xfrm rot="16200000">
            <a:off x="7109459" y="-4654394"/>
            <a:ext cx="7452360" cy="9479280"/>
          </a:xfrm>
          <a:prstGeom prst="halfFrame">
            <a:avLst>
              <a:gd name="adj1" fmla="val 16973"/>
              <a:gd name="adj2" fmla="val 153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80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A64AA-D2D7-D6FD-CE06-1DAF8C41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7B6CA14-4CDE-E062-801F-D33D597DA07A}"/>
              </a:ext>
            </a:extLst>
          </p:cNvPr>
          <p:cNvSpPr/>
          <p:nvPr/>
        </p:nvSpPr>
        <p:spPr>
          <a:xfrm rot="11577031">
            <a:off x="-210394" y="-1324693"/>
            <a:ext cx="12612785" cy="5910746"/>
          </a:xfrm>
          <a:custGeom>
            <a:avLst/>
            <a:gdLst>
              <a:gd name="connsiteX0" fmla="*/ 12612785 w 12612785"/>
              <a:gd name="connsiteY0" fmla="*/ 3178404 h 5910746"/>
              <a:gd name="connsiteX1" fmla="*/ 730901 w 12612785"/>
              <a:gd name="connsiteY1" fmla="*/ 5910746 h 5910746"/>
              <a:gd name="connsiteX2" fmla="*/ 0 w 12612785"/>
              <a:gd name="connsiteY2" fmla="*/ 2732342 h 5910746"/>
              <a:gd name="connsiteX3" fmla="*/ 704146 w 12612785"/>
              <a:gd name="connsiteY3" fmla="*/ 2570418 h 5910746"/>
              <a:gd name="connsiteX4" fmla="*/ 671063 w 12612785"/>
              <a:gd name="connsiteY4" fmla="*/ 2647522 h 5910746"/>
              <a:gd name="connsiteX5" fmla="*/ 543428 w 12612785"/>
              <a:gd name="connsiteY5" fmla="*/ 3726918 h 5910746"/>
              <a:gd name="connsiteX6" fmla="*/ 5561689 w 12612785"/>
              <a:gd name="connsiteY6" fmla="*/ 4027483 h 5910746"/>
              <a:gd name="connsiteX7" fmla="*/ 6205088 w 12612785"/>
              <a:gd name="connsiteY7" fmla="*/ 3719298 h 5910746"/>
              <a:gd name="connsiteX8" fmla="*/ 5462970 w 12612785"/>
              <a:gd name="connsiteY8" fmla="*/ 1787937 h 5910746"/>
              <a:gd name="connsiteX9" fmla="*/ 5271912 w 12612785"/>
              <a:gd name="connsiteY9" fmla="*/ 1520020 h 5910746"/>
              <a:gd name="connsiteX10" fmla="*/ 11881883 w 12612785"/>
              <a:gd name="connsiteY10" fmla="*/ 0 h 5910746"/>
              <a:gd name="connsiteX11" fmla="*/ 12612785 w 12612785"/>
              <a:gd name="connsiteY11" fmla="*/ 3178404 h 5910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12785" h="5910746">
                <a:moveTo>
                  <a:pt x="12612785" y="3178404"/>
                </a:moveTo>
                <a:lnTo>
                  <a:pt x="730901" y="5910746"/>
                </a:lnTo>
                <a:lnTo>
                  <a:pt x="0" y="2732342"/>
                </a:lnTo>
                <a:lnTo>
                  <a:pt x="704146" y="2570418"/>
                </a:lnTo>
                <a:lnTo>
                  <a:pt x="671063" y="2647522"/>
                </a:lnTo>
                <a:cubicBezTo>
                  <a:pt x="473497" y="3131475"/>
                  <a:pt x="401624" y="3536537"/>
                  <a:pt x="543428" y="3726918"/>
                </a:cubicBezTo>
                <a:cubicBezTo>
                  <a:pt x="953082" y="4276907"/>
                  <a:pt x="4142866" y="4371646"/>
                  <a:pt x="5561689" y="4027483"/>
                </a:cubicBezTo>
                <a:cubicBezTo>
                  <a:pt x="5889110" y="3948061"/>
                  <a:pt x="6122219" y="3845266"/>
                  <a:pt x="6205088" y="3719298"/>
                </a:cubicBezTo>
                <a:cubicBezTo>
                  <a:pt x="6398445" y="3425373"/>
                  <a:pt x="6024197" y="2611000"/>
                  <a:pt x="5462970" y="1787937"/>
                </a:cubicBezTo>
                <a:lnTo>
                  <a:pt x="5271912" y="1520020"/>
                </a:lnTo>
                <a:lnTo>
                  <a:pt x="11881883" y="0"/>
                </a:lnTo>
                <a:lnTo>
                  <a:pt x="12612785" y="317840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3C25270-F3F1-C93A-31D3-BD7DA30859FE}"/>
              </a:ext>
            </a:extLst>
          </p:cNvPr>
          <p:cNvSpPr/>
          <p:nvPr/>
        </p:nvSpPr>
        <p:spPr>
          <a:xfrm rot="11577031">
            <a:off x="6633432" y="2712478"/>
            <a:ext cx="4567766" cy="2912582"/>
          </a:xfrm>
          <a:custGeom>
            <a:avLst/>
            <a:gdLst>
              <a:gd name="connsiteX0" fmla="*/ 4567766 w 4567766"/>
              <a:gd name="connsiteY0" fmla="*/ 1862184 h 2912582"/>
              <a:gd name="connsiteX1" fmla="*/ 0 w 4567766"/>
              <a:gd name="connsiteY1" fmla="*/ 2912582 h 2912582"/>
              <a:gd name="connsiteX2" fmla="*/ 37307 w 4567766"/>
              <a:gd name="connsiteY2" fmla="*/ 2825632 h 2912582"/>
              <a:gd name="connsiteX3" fmla="*/ 2475802 w 4567766"/>
              <a:gd name="connsiteY3" fmla="*/ 1 h 2912582"/>
              <a:gd name="connsiteX4" fmla="*/ 4507960 w 4567766"/>
              <a:gd name="connsiteY4" fmla="*/ 1778319 h 2912582"/>
              <a:gd name="connsiteX5" fmla="*/ 4567766 w 4567766"/>
              <a:gd name="connsiteY5" fmla="*/ 1862184 h 291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7766" h="2912582">
                <a:moveTo>
                  <a:pt x="4567766" y="1862184"/>
                </a:moveTo>
                <a:lnTo>
                  <a:pt x="0" y="2912582"/>
                </a:lnTo>
                <a:lnTo>
                  <a:pt x="37307" y="2825632"/>
                </a:lnTo>
                <a:cubicBezTo>
                  <a:pt x="585869" y="1603878"/>
                  <a:pt x="1827071" y="874"/>
                  <a:pt x="2475802" y="1"/>
                </a:cubicBezTo>
                <a:cubicBezTo>
                  <a:pt x="2947607" y="-634"/>
                  <a:pt x="3814382" y="846774"/>
                  <a:pt x="4507960" y="1778319"/>
                </a:cubicBezTo>
                <a:lnTo>
                  <a:pt x="4567766" y="18621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0DEBE18-B464-FB6B-29E9-FE48EDBD1D3B}"/>
              </a:ext>
            </a:extLst>
          </p:cNvPr>
          <p:cNvSpPr/>
          <p:nvPr/>
        </p:nvSpPr>
        <p:spPr>
          <a:xfrm rot="11577031">
            <a:off x="-483782" y="-1786556"/>
            <a:ext cx="13571045" cy="6468713"/>
          </a:xfrm>
          <a:custGeom>
            <a:avLst/>
            <a:gdLst>
              <a:gd name="connsiteX0" fmla="*/ 13571045 w 13571045"/>
              <a:gd name="connsiteY0" fmla="*/ 3534860 h 6468713"/>
              <a:gd name="connsiteX1" fmla="*/ 812872 w 13571045"/>
              <a:gd name="connsiteY1" fmla="*/ 6468713 h 6468713"/>
              <a:gd name="connsiteX2" fmla="*/ 0 w 13571045"/>
              <a:gd name="connsiteY2" fmla="*/ 2933853 h 6468713"/>
              <a:gd name="connsiteX3" fmla="*/ 638653 w 13571045"/>
              <a:gd name="connsiteY3" fmla="*/ 2786989 h 6468713"/>
              <a:gd name="connsiteX4" fmla="*/ 1369554 w 13571045"/>
              <a:gd name="connsiteY4" fmla="*/ 5965393 h 6468713"/>
              <a:gd name="connsiteX5" fmla="*/ 13251438 w 13571045"/>
              <a:gd name="connsiteY5" fmla="*/ 3233051 h 6468713"/>
              <a:gd name="connsiteX6" fmla="*/ 12520536 w 13571045"/>
              <a:gd name="connsiteY6" fmla="*/ 54647 h 6468713"/>
              <a:gd name="connsiteX7" fmla="*/ 12758173 w 13571045"/>
              <a:gd name="connsiteY7" fmla="*/ 0 h 6468713"/>
              <a:gd name="connsiteX8" fmla="*/ 13571045 w 13571045"/>
              <a:gd name="connsiteY8" fmla="*/ 3534860 h 6468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71045" h="6468713">
                <a:moveTo>
                  <a:pt x="13571045" y="3534860"/>
                </a:moveTo>
                <a:lnTo>
                  <a:pt x="812872" y="6468713"/>
                </a:lnTo>
                <a:lnTo>
                  <a:pt x="0" y="2933853"/>
                </a:lnTo>
                <a:lnTo>
                  <a:pt x="638653" y="2786989"/>
                </a:lnTo>
                <a:lnTo>
                  <a:pt x="1369554" y="5965393"/>
                </a:lnTo>
                <a:lnTo>
                  <a:pt x="13251438" y="3233051"/>
                </a:lnTo>
                <a:lnTo>
                  <a:pt x="12520536" y="54647"/>
                </a:lnTo>
                <a:lnTo>
                  <a:pt x="12758173" y="0"/>
                </a:lnTo>
                <a:lnTo>
                  <a:pt x="13571045" y="35348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A06A6AB-5984-410B-41BA-78D49688C9E8}"/>
              </a:ext>
            </a:extLst>
          </p:cNvPr>
          <p:cNvSpPr/>
          <p:nvPr/>
        </p:nvSpPr>
        <p:spPr>
          <a:xfrm rot="11577031">
            <a:off x="6052836" y="1014746"/>
            <a:ext cx="5787302" cy="2708893"/>
          </a:xfrm>
          <a:custGeom>
            <a:avLst/>
            <a:gdLst>
              <a:gd name="connsiteX0" fmla="*/ 5092439 w 5787302"/>
              <a:gd name="connsiteY0" fmla="*/ 2507463 h 2708893"/>
              <a:gd name="connsiteX1" fmla="*/ 74178 w 5787302"/>
              <a:gd name="connsiteY1" fmla="*/ 2206898 h 2708893"/>
              <a:gd name="connsiteX2" fmla="*/ 201813 w 5787302"/>
              <a:gd name="connsiteY2" fmla="*/ 1127502 h 2708893"/>
              <a:gd name="connsiteX3" fmla="*/ 234896 w 5787302"/>
              <a:gd name="connsiteY3" fmla="*/ 1050398 h 2708893"/>
              <a:gd name="connsiteX4" fmla="*/ 4802662 w 5787302"/>
              <a:gd name="connsiteY4" fmla="*/ 0 h 2708893"/>
              <a:gd name="connsiteX5" fmla="*/ 4993720 w 5787302"/>
              <a:gd name="connsiteY5" fmla="*/ 267917 h 2708893"/>
              <a:gd name="connsiteX6" fmla="*/ 5735838 w 5787302"/>
              <a:gd name="connsiteY6" fmla="*/ 2199278 h 2708893"/>
              <a:gd name="connsiteX7" fmla="*/ 5092439 w 5787302"/>
              <a:gd name="connsiteY7" fmla="*/ 2507463 h 270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87302" h="2708893">
                <a:moveTo>
                  <a:pt x="5092439" y="2507463"/>
                </a:moveTo>
                <a:cubicBezTo>
                  <a:pt x="3673616" y="2851626"/>
                  <a:pt x="483832" y="2756887"/>
                  <a:pt x="74178" y="2206898"/>
                </a:cubicBezTo>
                <a:cubicBezTo>
                  <a:pt x="-67626" y="2016517"/>
                  <a:pt x="4247" y="1611455"/>
                  <a:pt x="201813" y="1127502"/>
                </a:cubicBezTo>
                <a:lnTo>
                  <a:pt x="234896" y="1050398"/>
                </a:lnTo>
                <a:lnTo>
                  <a:pt x="4802662" y="0"/>
                </a:lnTo>
                <a:lnTo>
                  <a:pt x="4993720" y="267917"/>
                </a:lnTo>
                <a:cubicBezTo>
                  <a:pt x="5554947" y="1090980"/>
                  <a:pt x="5929195" y="1905353"/>
                  <a:pt x="5735838" y="2199278"/>
                </a:cubicBezTo>
                <a:cubicBezTo>
                  <a:pt x="5652969" y="2325246"/>
                  <a:pt x="5419860" y="2428041"/>
                  <a:pt x="5092439" y="250746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705EBB8-0DD4-EC63-8042-EF81CFF5FE4A}"/>
              </a:ext>
            </a:extLst>
          </p:cNvPr>
          <p:cNvSpPr/>
          <p:nvPr/>
        </p:nvSpPr>
        <p:spPr>
          <a:xfrm rot="11577031">
            <a:off x="-247963" y="1940931"/>
            <a:ext cx="12687925" cy="6237498"/>
          </a:xfrm>
          <a:custGeom>
            <a:avLst/>
            <a:gdLst>
              <a:gd name="connsiteX0" fmla="*/ 12687925 w 12687925"/>
              <a:gd name="connsiteY0" fmla="*/ 3505156 h 6237498"/>
              <a:gd name="connsiteX1" fmla="*/ 6077954 w 12687925"/>
              <a:gd name="connsiteY1" fmla="*/ 5025176 h 6237498"/>
              <a:gd name="connsiteX2" fmla="*/ 6018148 w 12687925"/>
              <a:gd name="connsiteY2" fmla="*/ 4941311 h 6237498"/>
              <a:gd name="connsiteX3" fmla="*/ 3985990 w 12687925"/>
              <a:gd name="connsiteY3" fmla="*/ 3162993 h 6237498"/>
              <a:gd name="connsiteX4" fmla="*/ 1547495 w 12687925"/>
              <a:gd name="connsiteY4" fmla="*/ 5988624 h 6237498"/>
              <a:gd name="connsiteX5" fmla="*/ 1510188 w 12687925"/>
              <a:gd name="connsiteY5" fmla="*/ 6075574 h 6237498"/>
              <a:gd name="connsiteX6" fmla="*/ 806042 w 12687925"/>
              <a:gd name="connsiteY6" fmla="*/ 6237498 h 6237498"/>
              <a:gd name="connsiteX7" fmla="*/ 0 w 12687925"/>
              <a:gd name="connsiteY7" fmla="*/ 2732342 h 6237498"/>
              <a:gd name="connsiteX8" fmla="*/ 11881884 w 12687925"/>
              <a:gd name="connsiteY8" fmla="*/ 0 h 6237498"/>
              <a:gd name="connsiteX9" fmla="*/ 12687925 w 12687925"/>
              <a:gd name="connsiteY9" fmla="*/ 3505156 h 623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87925" h="6237498">
                <a:moveTo>
                  <a:pt x="12687925" y="3505156"/>
                </a:moveTo>
                <a:lnTo>
                  <a:pt x="6077954" y="5025176"/>
                </a:lnTo>
                <a:lnTo>
                  <a:pt x="6018148" y="4941311"/>
                </a:lnTo>
                <a:cubicBezTo>
                  <a:pt x="5324570" y="4009766"/>
                  <a:pt x="4457795" y="3162358"/>
                  <a:pt x="3985990" y="3162993"/>
                </a:cubicBezTo>
                <a:cubicBezTo>
                  <a:pt x="3337259" y="3163866"/>
                  <a:pt x="2096057" y="4766870"/>
                  <a:pt x="1547495" y="5988624"/>
                </a:cubicBezTo>
                <a:lnTo>
                  <a:pt x="1510188" y="6075574"/>
                </a:lnTo>
                <a:lnTo>
                  <a:pt x="806042" y="6237498"/>
                </a:lnTo>
                <a:lnTo>
                  <a:pt x="0" y="2732342"/>
                </a:lnTo>
                <a:lnTo>
                  <a:pt x="11881884" y="0"/>
                </a:lnTo>
                <a:lnTo>
                  <a:pt x="12687925" y="350515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7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003778"/>
            </a:gs>
            <a:gs pos="76000">
              <a:srgbClr val="115688"/>
            </a:gs>
            <a:gs pos="47000">
              <a:srgbClr val="137797"/>
            </a:gs>
            <a:gs pos="0">
              <a:srgbClr val="0099A7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68D20-715A-B75E-CA40-F9D44029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5539C20-94AF-9C09-E49D-F14A42067CE1}"/>
              </a:ext>
            </a:extLst>
          </p:cNvPr>
          <p:cNvSpPr/>
          <p:nvPr/>
        </p:nvSpPr>
        <p:spPr>
          <a:xfrm>
            <a:off x="2788920" y="1272869"/>
            <a:ext cx="6764520" cy="4167811"/>
          </a:xfrm>
          <a:custGeom>
            <a:avLst/>
            <a:gdLst>
              <a:gd name="connsiteX0" fmla="*/ 6638717 w 6764520"/>
              <a:gd name="connsiteY0" fmla="*/ 2087893 h 4167811"/>
              <a:gd name="connsiteX1" fmla="*/ 6614160 w 6764520"/>
              <a:gd name="connsiteY1" fmla="*/ 2186611 h 4167811"/>
              <a:gd name="connsiteX2" fmla="*/ 6579939 w 6764520"/>
              <a:gd name="connsiteY2" fmla="*/ 2206486 h 4167811"/>
              <a:gd name="connsiteX3" fmla="*/ 6629421 w 6764520"/>
              <a:gd name="connsiteY3" fmla="*/ 2088653 h 4167811"/>
              <a:gd name="connsiteX4" fmla="*/ 5299725 w 6764520"/>
              <a:gd name="connsiteY4" fmla="*/ 624 h 4167811"/>
              <a:gd name="connsiteX5" fmla="*/ 6507480 w 6764520"/>
              <a:gd name="connsiteY5" fmla="*/ 754051 h 4167811"/>
              <a:gd name="connsiteX6" fmla="*/ 6736080 w 6764520"/>
              <a:gd name="connsiteY6" fmla="*/ 1744651 h 4167811"/>
              <a:gd name="connsiteX7" fmla="*/ 6644283 w 6764520"/>
              <a:gd name="connsiteY7" fmla="*/ 2053261 h 4167811"/>
              <a:gd name="connsiteX8" fmla="*/ 6629421 w 6764520"/>
              <a:gd name="connsiteY8" fmla="*/ 2088653 h 4167811"/>
              <a:gd name="connsiteX9" fmla="*/ 6537960 w 6764520"/>
              <a:gd name="connsiteY9" fmla="*/ 2096124 h 4167811"/>
              <a:gd name="connsiteX10" fmla="*/ 6475129 w 6764520"/>
              <a:gd name="connsiteY10" fmla="*/ 2105019 h 4167811"/>
              <a:gd name="connsiteX11" fmla="*/ 6540915 w 6764520"/>
              <a:gd name="connsiteY11" fmla="*/ 2229112 h 4167811"/>
              <a:gd name="connsiteX12" fmla="*/ 6541944 w 6764520"/>
              <a:gd name="connsiteY12" fmla="*/ 2228554 h 4167811"/>
              <a:gd name="connsiteX13" fmla="*/ 6579939 w 6764520"/>
              <a:gd name="connsiteY13" fmla="*/ 2206486 h 4167811"/>
              <a:gd name="connsiteX14" fmla="*/ 6571461 w 6764520"/>
              <a:gd name="connsiteY14" fmla="*/ 2226676 h 4167811"/>
              <a:gd name="connsiteX15" fmla="*/ 6553892 w 6764520"/>
              <a:gd name="connsiteY15" fmla="*/ 2262530 h 4167811"/>
              <a:gd name="connsiteX16" fmla="*/ 6597086 w 6764520"/>
              <a:gd name="connsiteY16" fmla="*/ 2399800 h 4167811"/>
              <a:gd name="connsiteX17" fmla="*/ 6614160 w 6764520"/>
              <a:gd name="connsiteY17" fmla="*/ 2563801 h 4167811"/>
              <a:gd name="connsiteX18" fmla="*/ 3307080 w 6764520"/>
              <a:gd name="connsiteY18" fmla="*/ 4167811 h 4167811"/>
              <a:gd name="connsiteX19" fmla="*/ 0 w 6764520"/>
              <a:gd name="connsiteY19" fmla="*/ 2563801 h 4167811"/>
              <a:gd name="connsiteX20" fmla="*/ 259887 w 6764520"/>
              <a:gd name="connsiteY20" fmla="*/ 1939448 h 4167811"/>
              <a:gd name="connsiteX21" fmla="*/ 270027 w 6764520"/>
              <a:gd name="connsiteY21" fmla="*/ 1929239 h 4167811"/>
              <a:gd name="connsiteX22" fmla="*/ 277504 w 6764520"/>
              <a:gd name="connsiteY22" fmla="*/ 1915699 h 4167811"/>
              <a:gd name="connsiteX23" fmla="*/ 415479 w 6764520"/>
              <a:gd name="connsiteY23" fmla="*/ 1785743 h 4167811"/>
              <a:gd name="connsiteX24" fmla="*/ 416312 w 6764520"/>
              <a:gd name="connsiteY24" fmla="*/ 1785531 h 4167811"/>
              <a:gd name="connsiteX25" fmla="*/ 564797 w 6764520"/>
              <a:gd name="connsiteY25" fmla="*/ 1666984 h 4167811"/>
              <a:gd name="connsiteX26" fmla="*/ 718005 w 6764520"/>
              <a:gd name="connsiteY26" fmla="*/ 1567612 h 4167811"/>
              <a:gd name="connsiteX27" fmla="*/ 730196 w 6764520"/>
              <a:gd name="connsiteY27" fmla="*/ 1452189 h 4167811"/>
              <a:gd name="connsiteX28" fmla="*/ 1097280 w 6764520"/>
              <a:gd name="connsiteY28" fmla="*/ 312091 h 4167811"/>
              <a:gd name="connsiteX29" fmla="*/ 1792771 w 6764520"/>
              <a:gd name="connsiteY29" fmla="*/ 1026712 h 4167811"/>
              <a:gd name="connsiteX30" fmla="*/ 1860448 w 6764520"/>
              <a:gd name="connsiteY30" fmla="*/ 1123078 h 4167811"/>
              <a:gd name="connsiteX31" fmla="*/ 2019815 w 6764520"/>
              <a:gd name="connsiteY31" fmla="*/ 1085842 h 4167811"/>
              <a:gd name="connsiteX32" fmla="*/ 2033497 w 6764520"/>
              <a:gd name="connsiteY32" fmla="*/ 1083414 h 4167811"/>
              <a:gd name="connsiteX33" fmla="*/ 2065231 w 6764520"/>
              <a:gd name="connsiteY33" fmla="*/ 978179 h 4167811"/>
              <a:gd name="connsiteX34" fmla="*/ 2499360 w 6764520"/>
              <a:gd name="connsiteY34" fmla="*/ 373051 h 4167811"/>
              <a:gd name="connsiteX35" fmla="*/ 3897154 w 6764520"/>
              <a:gd name="connsiteY35" fmla="*/ 876165 h 4167811"/>
              <a:gd name="connsiteX36" fmla="*/ 4126685 w 6764520"/>
              <a:gd name="connsiteY36" fmla="*/ 1011474 h 4167811"/>
              <a:gd name="connsiteX37" fmla="*/ 4178369 w 6764520"/>
              <a:gd name="connsiteY37" fmla="*/ 1017920 h 4167811"/>
              <a:gd name="connsiteX38" fmla="*/ 4185553 w 6764520"/>
              <a:gd name="connsiteY38" fmla="*/ 1007252 h 4167811"/>
              <a:gd name="connsiteX39" fmla="*/ 5120640 w 6764520"/>
              <a:gd name="connsiteY39" fmla="*/ 22531 h 4167811"/>
              <a:gd name="connsiteX40" fmla="*/ 5299725 w 6764520"/>
              <a:gd name="connsiteY40" fmla="*/ 624 h 416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764520" h="4167811">
                <a:moveTo>
                  <a:pt x="6638717" y="2087893"/>
                </a:moveTo>
                <a:cubicBezTo>
                  <a:pt x="6721435" y="2086599"/>
                  <a:pt x="6740843" y="2109459"/>
                  <a:pt x="6614160" y="2186611"/>
                </a:cubicBezTo>
                <a:lnTo>
                  <a:pt x="6579939" y="2206486"/>
                </a:lnTo>
                <a:lnTo>
                  <a:pt x="6629421" y="2088653"/>
                </a:lnTo>
                <a:close/>
                <a:moveTo>
                  <a:pt x="5299725" y="624"/>
                </a:moveTo>
                <a:cubicBezTo>
                  <a:pt x="5734883" y="20348"/>
                  <a:pt x="6271895" y="502909"/>
                  <a:pt x="6507480" y="754051"/>
                </a:cubicBezTo>
                <a:cubicBezTo>
                  <a:pt x="6776720" y="1041071"/>
                  <a:pt x="6797040" y="1396671"/>
                  <a:pt x="6736080" y="1744651"/>
                </a:cubicBezTo>
                <a:cubicBezTo>
                  <a:pt x="6720840" y="1831646"/>
                  <a:pt x="6687979" y="1939437"/>
                  <a:pt x="6644283" y="2053261"/>
                </a:cubicBezTo>
                <a:lnTo>
                  <a:pt x="6629421" y="2088653"/>
                </a:lnTo>
                <a:lnTo>
                  <a:pt x="6537960" y="2096124"/>
                </a:lnTo>
                <a:lnTo>
                  <a:pt x="6475129" y="2105019"/>
                </a:lnTo>
                <a:lnTo>
                  <a:pt x="6540915" y="2229112"/>
                </a:lnTo>
                <a:lnTo>
                  <a:pt x="6541944" y="2228554"/>
                </a:lnTo>
                <a:lnTo>
                  <a:pt x="6579939" y="2206486"/>
                </a:lnTo>
                <a:lnTo>
                  <a:pt x="6571461" y="2226676"/>
                </a:lnTo>
                <a:lnTo>
                  <a:pt x="6553892" y="2262530"/>
                </a:lnTo>
                <a:lnTo>
                  <a:pt x="6597086" y="2399800"/>
                </a:lnTo>
                <a:cubicBezTo>
                  <a:pt x="6608376" y="2453723"/>
                  <a:pt x="6614160" y="2508434"/>
                  <a:pt x="6614160" y="2563801"/>
                </a:cubicBezTo>
                <a:cubicBezTo>
                  <a:pt x="6614160" y="3449671"/>
                  <a:pt x="5133530" y="4167811"/>
                  <a:pt x="3307080" y="4167811"/>
                </a:cubicBezTo>
                <a:cubicBezTo>
                  <a:pt x="1480630" y="4167811"/>
                  <a:pt x="0" y="3449671"/>
                  <a:pt x="0" y="2563801"/>
                </a:cubicBezTo>
                <a:cubicBezTo>
                  <a:pt x="0" y="2342334"/>
                  <a:pt x="92540" y="2131349"/>
                  <a:pt x="259887" y="1939448"/>
                </a:cubicBezTo>
                <a:lnTo>
                  <a:pt x="270027" y="1929239"/>
                </a:lnTo>
                <a:lnTo>
                  <a:pt x="277504" y="1915699"/>
                </a:lnTo>
                <a:cubicBezTo>
                  <a:pt x="316704" y="1851822"/>
                  <a:pt x="361962" y="1806281"/>
                  <a:pt x="415479" y="1785743"/>
                </a:cubicBezTo>
                <a:lnTo>
                  <a:pt x="416312" y="1785531"/>
                </a:lnTo>
                <a:lnTo>
                  <a:pt x="564797" y="1666984"/>
                </a:lnTo>
                <a:lnTo>
                  <a:pt x="718005" y="1567612"/>
                </a:lnTo>
                <a:lnTo>
                  <a:pt x="730196" y="1452189"/>
                </a:lnTo>
                <a:cubicBezTo>
                  <a:pt x="791290" y="905221"/>
                  <a:pt x="895668" y="302566"/>
                  <a:pt x="1097280" y="312091"/>
                </a:cubicBezTo>
                <a:cubicBezTo>
                  <a:pt x="1238409" y="318759"/>
                  <a:pt x="1514694" y="639493"/>
                  <a:pt x="1792771" y="1026712"/>
                </a:cubicBezTo>
                <a:lnTo>
                  <a:pt x="1860448" y="1123078"/>
                </a:lnTo>
                <a:lnTo>
                  <a:pt x="2019815" y="1085842"/>
                </a:lnTo>
                <a:lnTo>
                  <a:pt x="2033497" y="1083414"/>
                </a:lnTo>
                <a:lnTo>
                  <a:pt x="2065231" y="978179"/>
                </a:lnTo>
                <a:cubicBezTo>
                  <a:pt x="2162235" y="679478"/>
                  <a:pt x="2298224" y="424169"/>
                  <a:pt x="2499360" y="373051"/>
                </a:cubicBezTo>
                <a:cubicBezTo>
                  <a:pt x="2786698" y="300026"/>
                  <a:pt x="3396496" y="591134"/>
                  <a:pt x="3897154" y="876165"/>
                </a:cubicBezTo>
                <a:lnTo>
                  <a:pt x="4126685" y="1011474"/>
                </a:lnTo>
                <a:lnTo>
                  <a:pt x="4178369" y="1017920"/>
                </a:lnTo>
                <a:lnTo>
                  <a:pt x="4185553" y="1007252"/>
                </a:lnTo>
                <a:cubicBezTo>
                  <a:pt x="4473932" y="584506"/>
                  <a:pt x="4836478" y="113019"/>
                  <a:pt x="5120640" y="22531"/>
                </a:cubicBezTo>
                <a:cubicBezTo>
                  <a:pt x="5177473" y="4434"/>
                  <a:pt x="5237560" y="-2194"/>
                  <a:pt x="5299725" y="624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9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125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taki taki</dc:creator>
  <cp:lastModifiedBy>taki taki</cp:lastModifiedBy>
  <cp:revision>4</cp:revision>
  <dcterms:created xsi:type="dcterms:W3CDTF">2025-11-11T15:21:07Z</dcterms:created>
  <dcterms:modified xsi:type="dcterms:W3CDTF">2025-11-25T12:39:16Z</dcterms:modified>
</cp:coreProperties>
</file>